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1" r:id="rId1"/>
  </p:sldMasterIdLst>
  <p:notesMasterIdLst>
    <p:notesMasterId r:id="rId22"/>
  </p:notesMasterIdLst>
  <p:sldIdLst>
    <p:sldId id="256" r:id="rId2"/>
    <p:sldId id="260" r:id="rId3"/>
    <p:sldId id="312" r:id="rId4"/>
    <p:sldId id="262" r:id="rId5"/>
    <p:sldId id="313" r:id="rId6"/>
    <p:sldId id="314" r:id="rId7"/>
    <p:sldId id="315" r:id="rId8"/>
    <p:sldId id="259" r:id="rId9"/>
    <p:sldId id="316" r:id="rId10"/>
    <p:sldId id="278" r:id="rId11"/>
    <p:sldId id="279" r:id="rId12"/>
    <p:sldId id="280" r:id="rId13"/>
    <p:sldId id="320" r:id="rId14"/>
    <p:sldId id="321" r:id="rId15"/>
    <p:sldId id="318" r:id="rId16"/>
    <p:sldId id="323" r:id="rId17"/>
    <p:sldId id="324" r:id="rId18"/>
    <p:sldId id="325" r:id="rId19"/>
    <p:sldId id="326" r:id="rId20"/>
    <p:sldId id="290" r:id="rId21"/>
  </p:sldIdLst>
  <p:sldSz cx="9144000" cy="5143500" type="screen16x9"/>
  <p:notesSz cx="6858000" cy="9144000"/>
  <p:embeddedFontLst>
    <p:embeddedFont>
      <p:font typeface="Anaheim" panose="020B0604020202020204" charset="0"/>
      <p:regular r:id="rId23"/>
      <p:bold r:id="rId24"/>
    </p:embeddedFont>
    <p:embeddedFont>
      <p:font typeface="DM Sans" pitchFamily="2" charset="0"/>
      <p:regular r:id="rId25"/>
      <p:bold r:id="rId26"/>
      <p:italic r:id="rId27"/>
      <p:boldItalic r:id="rId28"/>
    </p:embeddedFont>
    <p:embeddedFont>
      <p:font typeface="Lato Black" panose="020F0502020204030203" pitchFamily="34" charset="0"/>
      <p:bold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5C6D58A-5F4A-4093-AB6E-34B3343BF00D}">
  <a:tblStyle styleId="{75C6D58A-5F4A-4093-AB6E-34B3343BF00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0"/>
        <p:cNvGrpSpPr/>
        <p:nvPr/>
      </p:nvGrpSpPr>
      <p:grpSpPr>
        <a:xfrm>
          <a:off x="0" y="0"/>
          <a:ext cx="0" cy="0"/>
          <a:chOff x="0" y="0"/>
          <a:chExt cx="0" cy="0"/>
        </a:xfrm>
      </p:grpSpPr>
      <p:sp>
        <p:nvSpPr>
          <p:cNvPr id="1551" name="Google Shape;15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2" name="Google Shape;15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g135e0599d80_0_44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135e0599d80_0_44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a:extLst>
            <a:ext uri="{FF2B5EF4-FFF2-40B4-BE49-F238E27FC236}">
              <a16:creationId xmlns:a16="http://schemas.microsoft.com/office/drawing/2014/main" id="{FA0C18C5-3E26-EB0E-63CB-30F3E98CDA81}"/>
            </a:ext>
          </a:extLst>
        </p:cNvPr>
        <p:cNvGrpSpPr/>
        <p:nvPr/>
      </p:nvGrpSpPr>
      <p:grpSpPr>
        <a:xfrm>
          <a:off x="0" y="0"/>
          <a:ext cx="0" cy="0"/>
          <a:chOff x="0" y="0"/>
          <a:chExt cx="0" cy="0"/>
        </a:xfrm>
      </p:grpSpPr>
      <p:sp>
        <p:nvSpPr>
          <p:cNvPr id="1690" name="Google Shape;1690;g135e0599d80_0_44543:notes">
            <a:extLst>
              <a:ext uri="{FF2B5EF4-FFF2-40B4-BE49-F238E27FC236}">
                <a16:creationId xmlns:a16="http://schemas.microsoft.com/office/drawing/2014/main" id="{5BA42D32-D2CC-B40E-77BA-B5F1F68E2F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1" name="Google Shape;1691;g135e0599d80_0_44543:notes">
            <a:extLst>
              <a:ext uri="{FF2B5EF4-FFF2-40B4-BE49-F238E27FC236}">
                <a16:creationId xmlns:a16="http://schemas.microsoft.com/office/drawing/2014/main" id="{C69B60C0-1FA3-1C3B-BD41-A8EB7D8D05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040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8"/>
        <p:cNvGrpSpPr/>
        <p:nvPr/>
      </p:nvGrpSpPr>
      <p:grpSpPr>
        <a:xfrm>
          <a:off x="0" y="0"/>
          <a:ext cx="0" cy="0"/>
          <a:chOff x="0" y="0"/>
          <a:chExt cx="0" cy="0"/>
        </a:xfrm>
      </p:grpSpPr>
      <p:sp>
        <p:nvSpPr>
          <p:cNvPr id="1759" name="Google Shape;1759;g135b2427563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0" name="Google Shape;1760;g135b2427563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8">
          <a:extLst>
            <a:ext uri="{FF2B5EF4-FFF2-40B4-BE49-F238E27FC236}">
              <a16:creationId xmlns:a16="http://schemas.microsoft.com/office/drawing/2014/main" id="{13ECAC7F-8CC3-3F34-388F-5318D483F0FF}"/>
            </a:ext>
          </a:extLst>
        </p:cNvPr>
        <p:cNvGrpSpPr/>
        <p:nvPr/>
      </p:nvGrpSpPr>
      <p:grpSpPr>
        <a:xfrm>
          <a:off x="0" y="0"/>
          <a:ext cx="0" cy="0"/>
          <a:chOff x="0" y="0"/>
          <a:chExt cx="0" cy="0"/>
        </a:xfrm>
      </p:grpSpPr>
      <p:sp>
        <p:nvSpPr>
          <p:cNvPr id="1759" name="Google Shape;1759;g135b2427563_0_93:notes">
            <a:extLst>
              <a:ext uri="{FF2B5EF4-FFF2-40B4-BE49-F238E27FC236}">
                <a16:creationId xmlns:a16="http://schemas.microsoft.com/office/drawing/2014/main" id="{25C49F8A-E731-093C-1FF7-00EACAF0EF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0" name="Google Shape;1760;g135b2427563_0_93:notes">
            <a:extLst>
              <a:ext uri="{FF2B5EF4-FFF2-40B4-BE49-F238E27FC236}">
                <a16:creationId xmlns:a16="http://schemas.microsoft.com/office/drawing/2014/main" id="{6D819D00-BD68-913D-195A-A27E773F2C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6127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8">
          <a:extLst>
            <a:ext uri="{FF2B5EF4-FFF2-40B4-BE49-F238E27FC236}">
              <a16:creationId xmlns:a16="http://schemas.microsoft.com/office/drawing/2014/main" id="{223BF315-0D89-A4D3-EDFE-7F69E18334BD}"/>
            </a:ext>
          </a:extLst>
        </p:cNvPr>
        <p:cNvGrpSpPr/>
        <p:nvPr/>
      </p:nvGrpSpPr>
      <p:grpSpPr>
        <a:xfrm>
          <a:off x="0" y="0"/>
          <a:ext cx="0" cy="0"/>
          <a:chOff x="0" y="0"/>
          <a:chExt cx="0" cy="0"/>
        </a:xfrm>
      </p:grpSpPr>
      <p:sp>
        <p:nvSpPr>
          <p:cNvPr id="1759" name="Google Shape;1759;g135b2427563_0_93:notes">
            <a:extLst>
              <a:ext uri="{FF2B5EF4-FFF2-40B4-BE49-F238E27FC236}">
                <a16:creationId xmlns:a16="http://schemas.microsoft.com/office/drawing/2014/main" id="{394F96C5-E2AB-3963-1D80-2240F7FF7B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0" name="Google Shape;1760;g135b2427563_0_93:notes">
            <a:extLst>
              <a:ext uri="{FF2B5EF4-FFF2-40B4-BE49-F238E27FC236}">
                <a16:creationId xmlns:a16="http://schemas.microsoft.com/office/drawing/2014/main" id="{1F8B3926-B048-56CB-9537-8A9F97ABB7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2946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8">
          <a:extLst>
            <a:ext uri="{FF2B5EF4-FFF2-40B4-BE49-F238E27FC236}">
              <a16:creationId xmlns:a16="http://schemas.microsoft.com/office/drawing/2014/main" id="{C1F8AC7F-26D6-E7D9-9ABC-DADEBE13E994}"/>
            </a:ext>
          </a:extLst>
        </p:cNvPr>
        <p:cNvGrpSpPr/>
        <p:nvPr/>
      </p:nvGrpSpPr>
      <p:grpSpPr>
        <a:xfrm>
          <a:off x="0" y="0"/>
          <a:ext cx="0" cy="0"/>
          <a:chOff x="0" y="0"/>
          <a:chExt cx="0" cy="0"/>
        </a:xfrm>
      </p:grpSpPr>
      <p:sp>
        <p:nvSpPr>
          <p:cNvPr id="1759" name="Google Shape;1759;g135b2427563_0_93:notes">
            <a:extLst>
              <a:ext uri="{FF2B5EF4-FFF2-40B4-BE49-F238E27FC236}">
                <a16:creationId xmlns:a16="http://schemas.microsoft.com/office/drawing/2014/main" id="{7F1CA15E-BA60-03B3-382E-928AE7F3A1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0" name="Google Shape;1760;g135b2427563_0_93:notes">
            <a:extLst>
              <a:ext uri="{FF2B5EF4-FFF2-40B4-BE49-F238E27FC236}">
                <a16:creationId xmlns:a16="http://schemas.microsoft.com/office/drawing/2014/main" id="{6E94FD62-A855-DD08-8716-BBE580B56F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0686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8"/>
        <p:cNvGrpSpPr/>
        <p:nvPr/>
      </p:nvGrpSpPr>
      <p:grpSpPr>
        <a:xfrm>
          <a:off x="0" y="0"/>
          <a:ext cx="0" cy="0"/>
          <a:chOff x="0" y="0"/>
          <a:chExt cx="0" cy="0"/>
        </a:xfrm>
      </p:grpSpPr>
      <p:sp>
        <p:nvSpPr>
          <p:cNvPr id="1659" name="Google Shape;1659;g135b2427563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0" name="Google Shape;1660;g135b2427563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9">
          <a:extLst>
            <a:ext uri="{FF2B5EF4-FFF2-40B4-BE49-F238E27FC236}">
              <a16:creationId xmlns:a16="http://schemas.microsoft.com/office/drawing/2014/main" id="{FD21462B-F978-E9CF-DBF6-8E464C2718F3}"/>
            </a:ext>
          </a:extLst>
        </p:cNvPr>
        <p:cNvGrpSpPr/>
        <p:nvPr/>
      </p:nvGrpSpPr>
      <p:grpSpPr>
        <a:xfrm>
          <a:off x="0" y="0"/>
          <a:ext cx="0" cy="0"/>
          <a:chOff x="0" y="0"/>
          <a:chExt cx="0" cy="0"/>
        </a:xfrm>
      </p:grpSpPr>
      <p:sp>
        <p:nvSpPr>
          <p:cNvPr id="2230" name="Google Shape;2230;g135e0599d80_0_45260:notes">
            <a:extLst>
              <a:ext uri="{FF2B5EF4-FFF2-40B4-BE49-F238E27FC236}">
                <a16:creationId xmlns:a16="http://schemas.microsoft.com/office/drawing/2014/main" id="{730953F4-DA7E-E70F-B851-D582DB6DB1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1" name="Google Shape;2231;g135e0599d80_0_45260:notes">
            <a:extLst>
              <a:ext uri="{FF2B5EF4-FFF2-40B4-BE49-F238E27FC236}">
                <a16:creationId xmlns:a16="http://schemas.microsoft.com/office/drawing/2014/main" id="{30B87853-7940-B1E6-1614-5BBF06EB7F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0498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8"/>
        <p:cNvGrpSpPr/>
        <p:nvPr/>
      </p:nvGrpSpPr>
      <p:grpSpPr>
        <a:xfrm>
          <a:off x="0" y="0"/>
          <a:ext cx="0" cy="0"/>
          <a:chOff x="0" y="0"/>
          <a:chExt cx="0" cy="0"/>
        </a:xfrm>
      </p:grpSpPr>
      <p:sp>
        <p:nvSpPr>
          <p:cNvPr id="2519" name="Google Shape;2519;g135e0599d80_0_427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0" name="Google Shape;2520;g135e0599d80_0_427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3"/>
        <p:cNvGrpSpPr/>
        <p:nvPr/>
      </p:nvGrpSpPr>
      <p:grpSpPr>
        <a:xfrm>
          <a:off x="0" y="0"/>
          <a:ext cx="0" cy="0"/>
          <a:chOff x="0" y="0"/>
          <a:chExt cx="0" cy="0"/>
        </a:xfrm>
      </p:grpSpPr>
      <p:sp>
        <p:nvSpPr>
          <p:cNvPr id="2544" name="Google Shape;2544;g135e0599d80_0_429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5" name="Google Shape;2545;g135e0599d80_0_429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6"/>
        <p:cNvGrpSpPr/>
        <p:nvPr/>
      </p:nvGrpSpPr>
      <p:grpSpPr>
        <a:xfrm>
          <a:off x="0" y="0"/>
          <a:ext cx="0" cy="0"/>
          <a:chOff x="0" y="0"/>
          <a:chExt cx="0" cy="0"/>
        </a:xfrm>
      </p:grpSpPr>
      <p:sp>
        <p:nvSpPr>
          <p:cNvPr id="2567" name="Google Shape;2567;g135e0599d80_0_43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8" name="Google Shape;2568;g135e0599d80_0_43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6">
          <a:extLst>
            <a:ext uri="{FF2B5EF4-FFF2-40B4-BE49-F238E27FC236}">
              <a16:creationId xmlns:a16="http://schemas.microsoft.com/office/drawing/2014/main" id="{C9614E2D-D0F3-A96F-6985-08CF0A451D7A}"/>
            </a:ext>
          </a:extLst>
        </p:cNvPr>
        <p:cNvGrpSpPr/>
        <p:nvPr/>
      </p:nvGrpSpPr>
      <p:grpSpPr>
        <a:xfrm>
          <a:off x="0" y="0"/>
          <a:ext cx="0" cy="0"/>
          <a:chOff x="0" y="0"/>
          <a:chExt cx="0" cy="0"/>
        </a:xfrm>
      </p:grpSpPr>
      <p:sp>
        <p:nvSpPr>
          <p:cNvPr id="2567" name="Google Shape;2567;g135e0599d80_0_43044:notes">
            <a:extLst>
              <a:ext uri="{FF2B5EF4-FFF2-40B4-BE49-F238E27FC236}">
                <a16:creationId xmlns:a16="http://schemas.microsoft.com/office/drawing/2014/main" id="{4E08ABC0-7DB4-7748-4520-DF9DED3A78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8" name="Google Shape;2568;g135e0599d80_0_43044:notes">
            <a:extLst>
              <a:ext uri="{FF2B5EF4-FFF2-40B4-BE49-F238E27FC236}">
                <a16:creationId xmlns:a16="http://schemas.microsoft.com/office/drawing/2014/main" id="{EF9D062F-7725-E6B8-096F-62683DA5AF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89995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6">
          <a:extLst>
            <a:ext uri="{FF2B5EF4-FFF2-40B4-BE49-F238E27FC236}">
              <a16:creationId xmlns:a16="http://schemas.microsoft.com/office/drawing/2014/main" id="{C07CA78B-D036-2B94-F1C1-B9FAE2794F95}"/>
            </a:ext>
          </a:extLst>
        </p:cNvPr>
        <p:cNvGrpSpPr/>
        <p:nvPr/>
      </p:nvGrpSpPr>
      <p:grpSpPr>
        <a:xfrm>
          <a:off x="0" y="0"/>
          <a:ext cx="0" cy="0"/>
          <a:chOff x="0" y="0"/>
          <a:chExt cx="0" cy="0"/>
        </a:xfrm>
      </p:grpSpPr>
      <p:sp>
        <p:nvSpPr>
          <p:cNvPr id="2567" name="Google Shape;2567;g135e0599d80_0_43044:notes">
            <a:extLst>
              <a:ext uri="{FF2B5EF4-FFF2-40B4-BE49-F238E27FC236}">
                <a16:creationId xmlns:a16="http://schemas.microsoft.com/office/drawing/2014/main" id="{BC222232-1F7E-E6D6-F09F-3E4F3BBF2B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8" name="Google Shape;2568;g135e0599d80_0_43044:notes">
            <a:extLst>
              <a:ext uri="{FF2B5EF4-FFF2-40B4-BE49-F238E27FC236}">
                <a16:creationId xmlns:a16="http://schemas.microsoft.com/office/drawing/2014/main" id="{07937F94-A780-724C-6AD5-F8B930C035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99839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3">
          <a:extLst>
            <a:ext uri="{FF2B5EF4-FFF2-40B4-BE49-F238E27FC236}">
              <a16:creationId xmlns:a16="http://schemas.microsoft.com/office/drawing/2014/main" id="{73D95B96-3433-BEC6-C6D0-063BE4EC6AD7}"/>
            </a:ext>
          </a:extLst>
        </p:cNvPr>
        <p:cNvGrpSpPr/>
        <p:nvPr/>
      </p:nvGrpSpPr>
      <p:grpSpPr>
        <a:xfrm>
          <a:off x="0" y="0"/>
          <a:ext cx="0" cy="0"/>
          <a:chOff x="0" y="0"/>
          <a:chExt cx="0" cy="0"/>
        </a:xfrm>
      </p:grpSpPr>
      <p:sp>
        <p:nvSpPr>
          <p:cNvPr id="2544" name="Google Shape;2544;g135e0599d80_0_42954:notes">
            <a:extLst>
              <a:ext uri="{FF2B5EF4-FFF2-40B4-BE49-F238E27FC236}">
                <a16:creationId xmlns:a16="http://schemas.microsoft.com/office/drawing/2014/main" id="{FF1657CC-FCC2-D19F-46BB-E1773A036E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5" name="Google Shape;2545;g135e0599d80_0_42954:notes">
            <a:extLst>
              <a:ext uri="{FF2B5EF4-FFF2-40B4-BE49-F238E27FC236}">
                <a16:creationId xmlns:a16="http://schemas.microsoft.com/office/drawing/2014/main" id="{4F841F05-B810-8E70-7C81-399ED6185D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48550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8">
          <a:extLst>
            <a:ext uri="{FF2B5EF4-FFF2-40B4-BE49-F238E27FC236}">
              <a16:creationId xmlns:a16="http://schemas.microsoft.com/office/drawing/2014/main" id="{521F951E-2332-6C47-9886-45D83E66534C}"/>
            </a:ext>
          </a:extLst>
        </p:cNvPr>
        <p:cNvGrpSpPr/>
        <p:nvPr/>
      </p:nvGrpSpPr>
      <p:grpSpPr>
        <a:xfrm>
          <a:off x="0" y="0"/>
          <a:ext cx="0" cy="0"/>
          <a:chOff x="0" y="0"/>
          <a:chExt cx="0" cy="0"/>
        </a:xfrm>
      </p:grpSpPr>
      <p:sp>
        <p:nvSpPr>
          <p:cNvPr id="2519" name="Google Shape;2519;g135e0599d80_0_42781:notes">
            <a:extLst>
              <a:ext uri="{FF2B5EF4-FFF2-40B4-BE49-F238E27FC236}">
                <a16:creationId xmlns:a16="http://schemas.microsoft.com/office/drawing/2014/main" id="{8A28D04A-3DEE-A64F-8870-D9AFB51253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0" name="Google Shape;2520;g135e0599d80_0_42781:notes">
            <a:extLst>
              <a:ext uri="{FF2B5EF4-FFF2-40B4-BE49-F238E27FC236}">
                <a16:creationId xmlns:a16="http://schemas.microsoft.com/office/drawing/2014/main" id="{63C45626-D009-5322-A3D4-5867CC7850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1246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3">
          <a:extLst>
            <a:ext uri="{FF2B5EF4-FFF2-40B4-BE49-F238E27FC236}">
              <a16:creationId xmlns:a16="http://schemas.microsoft.com/office/drawing/2014/main" id="{A751C986-19C7-AEF4-B993-F54EF25526A6}"/>
            </a:ext>
          </a:extLst>
        </p:cNvPr>
        <p:cNvGrpSpPr/>
        <p:nvPr/>
      </p:nvGrpSpPr>
      <p:grpSpPr>
        <a:xfrm>
          <a:off x="0" y="0"/>
          <a:ext cx="0" cy="0"/>
          <a:chOff x="0" y="0"/>
          <a:chExt cx="0" cy="0"/>
        </a:xfrm>
      </p:grpSpPr>
      <p:sp>
        <p:nvSpPr>
          <p:cNvPr id="2544" name="Google Shape;2544;g135e0599d80_0_42954:notes">
            <a:extLst>
              <a:ext uri="{FF2B5EF4-FFF2-40B4-BE49-F238E27FC236}">
                <a16:creationId xmlns:a16="http://schemas.microsoft.com/office/drawing/2014/main" id="{7386EB83-B449-1105-8E30-A4A227C93D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5" name="Google Shape;2545;g135e0599d80_0_42954:notes">
            <a:extLst>
              <a:ext uri="{FF2B5EF4-FFF2-40B4-BE49-F238E27FC236}">
                <a16:creationId xmlns:a16="http://schemas.microsoft.com/office/drawing/2014/main" id="{5433D77E-C822-29BF-79D1-E801364BE9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17333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6">
          <a:extLst>
            <a:ext uri="{FF2B5EF4-FFF2-40B4-BE49-F238E27FC236}">
              <a16:creationId xmlns:a16="http://schemas.microsoft.com/office/drawing/2014/main" id="{514C01CD-7EA3-6E61-891D-F675CEA4411D}"/>
            </a:ext>
          </a:extLst>
        </p:cNvPr>
        <p:cNvGrpSpPr/>
        <p:nvPr/>
      </p:nvGrpSpPr>
      <p:grpSpPr>
        <a:xfrm>
          <a:off x="0" y="0"/>
          <a:ext cx="0" cy="0"/>
          <a:chOff x="0" y="0"/>
          <a:chExt cx="0" cy="0"/>
        </a:xfrm>
      </p:grpSpPr>
      <p:sp>
        <p:nvSpPr>
          <p:cNvPr id="2567" name="Google Shape;2567;g135e0599d80_0_43044:notes">
            <a:extLst>
              <a:ext uri="{FF2B5EF4-FFF2-40B4-BE49-F238E27FC236}">
                <a16:creationId xmlns:a16="http://schemas.microsoft.com/office/drawing/2014/main" id="{60E99543-5864-EF8A-AA87-44E2456DE3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8" name="Google Shape;2568;g135e0599d80_0_43044:notes">
            <a:extLst>
              <a:ext uri="{FF2B5EF4-FFF2-40B4-BE49-F238E27FC236}">
                <a16:creationId xmlns:a16="http://schemas.microsoft.com/office/drawing/2014/main" id="{75D25DBA-E1DB-B541-39CB-A93ACE9F59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73890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4">
          <a:extLst>
            <a:ext uri="{FF2B5EF4-FFF2-40B4-BE49-F238E27FC236}">
              <a16:creationId xmlns:a16="http://schemas.microsoft.com/office/drawing/2014/main" id="{52DEBA24-40A0-CFF0-06D4-AED0FDB22833}"/>
            </a:ext>
          </a:extLst>
        </p:cNvPr>
        <p:cNvGrpSpPr/>
        <p:nvPr/>
      </p:nvGrpSpPr>
      <p:grpSpPr>
        <a:xfrm>
          <a:off x="0" y="0"/>
          <a:ext cx="0" cy="0"/>
          <a:chOff x="0" y="0"/>
          <a:chExt cx="0" cy="0"/>
        </a:xfrm>
      </p:grpSpPr>
      <p:sp>
        <p:nvSpPr>
          <p:cNvPr id="2765" name="Google Shape;2765;g135e0599d80_0_45101:notes">
            <a:extLst>
              <a:ext uri="{FF2B5EF4-FFF2-40B4-BE49-F238E27FC236}">
                <a16:creationId xmlns:a16="http://schemas.microsoft.com/office/drawing/2014/main" id="{1BF8D865-A59F-7643-8E58-C6EFD9E002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6" name="Google Shape;2766;g135e0599d80_0_45101:notes">
            <a:extLst>
              <a:ext uri="{FF2B5EF4-FFF2-40B4-BE49-F238E27FC236}">
                <a16:creationId xmlns:a16="http://schemas.microsoft.com/office/drawing/2014/main" id="{F9865A77-5544-6EBF-38BD-4356878409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49850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0"/>
        <p:cNvGrpSpPr/>
        <p:nvPr/>
      </p:nvGrpSpPr>
      <p:grpSpPr>
        <a:xfrm>
          <a:off x="0" y="0"/>
          <a:ext cx="0" cy="0"/>
          <a:chOff x="0" y="0"/>
          <a:chExt cx="0" cy="0"/>
        </a:xfrm>
      </p:grpSpPr>
      <p:sp>
        <p:nvSpPr>
          <p:cNvPr id="2971" name="Google Shape;2971;g135e0599d80_0_44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2" name="Google Shape;2972;g135e0599d80_0_44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8357" y="0"/>
            <a:ext cx="9180713" cy="5143500"/>
            <a:chOff x="50" y="0"/>
            <a:chExt cx="9202800" cy="5143500"/>
          </a:xfrm>
        </p:grpSpPr>
        <p:cxnSp>
          <p:nvCxnSpPr>
            <p:cNvPr id="10" name="Google Shape;10;p2"/>
            <p:cNvCxnSpPr/>
            <p:nvPr/>
          </p:nvCxnSpPr>
          <p:spPr>
            <a:xfrm>
              <a:off x="4601450" y="-4028650"/>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1" name="Google Shape;11;p2"/>
            <p:cNvCxnSpPr/>
            <p:nvPr/>
          </p:nvCxnSpPr>
          <p:spPr>
            <a:xfrm>
              <a:off x="4601450" y="-3455894"/>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2" name="Google Shape;12;p2"/>
            <p:cNvCxnSpPr/>
            <p:nvPr/>
          </p:nvCxnSpPr>
          <p:spPr>
            <a:xfrm>
              <a:off x="4601450" y="-2883138"/>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3" name="Google Shape;13;p2"/>
            <p:cNvCxnSpPr/>
            <p:nvPr/>
          </p:nvCxnSpPr>
          <p:spPr>
            <a:xfrm>
              <a:off x="4601450" y="-2310381"/>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4" name="Google Shape;14;p2"/>
            <p:cNvCxnSpPr/>
            <p:nvPr/>
          </p:nvCxnSpPr>
          <p:spPr>
            <a:xfrm>
              <a:off x="4601450" y="-1737625"/>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5" name="Google Shape;15;p2"/>
            <p:cNvCxnSpPr/>
            <p:nvPr/>
          </p:nvCxnSpPr>
          <p:spPr>
            <a:xfrm>
              <a:off x="4601450" y="-1164869"/>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6" name="Google Shape;16;p2"/>
            <p:cNvCxnSpPr/>
            <p:nvPr/>
          </p:nvCxnSpPr>
          <p:spPr>
            <a:xfrm>
              <a:off x="4601450" y="-592113"/>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7" name="Google Shape;17;p2"/>
            <p:cNvCxnSpPr/>
            <p:nvPr/>
          </p:nvCxnSpPr>
          <p:spPr>
            <a:xfrm>
              <a:off x="4601450" y="-19356"/>
              <a:ext cx="0" cy="9202800"/>
            </a:xfrm>
            <a:prstGeom prst="straightConnector1">
              <a:avLst/>
            </a:prstGeom>
            <a:noFill/>
            <a:ln w="28575" cap="flat" cmpd="sng">
              <a:solidFill>
                <a:schemeClr val="dk2"/>
              </a:solidFill>
              <a:prstDash val="solid"/>
              <a:round/>
              <a:headEnd type="none" w="med" len="med"/>
              <a:tailEnd type="none" w="med" len="med"/>
            </a:ln>
          </p:spPr>
        </p:cxnSp>
        <p:grpSp>
          <p:nvGrpSpPr>
            <p:cNvPr id="18" name="Google Shape;18;p2"/>
            <p:cNvGrpSpPr/>
            <p:nvPr/>
          </p:nvGrpSpPr>
          <p:grpSpPr>
            <a:xfrm>
              <a:off x="573699" y="0"/>
              <a:ext cx="8018515" cy="5143500"/>
              <a:chOff x="457738" y="0"/>
              <a:chExt cx="6399964" cy="5143500"/>
            </a:xfrm>
          </p:grpSpPr>
          <p:cxnSp>
            <p:nvCxnSpPr>
              <p:cNvPr id="19" name="Google Shape;19;p2"/>
              <p:cNvCxnSpPr/>
              <p:nvPr/>
            </p:nvCxnSpPr>
            <p:spPr>
              <a:xfrm>
                <a:off x="45773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0" name="Google Shape;20;p2"/>
              <p:cNvCxnSpPr/>
              <p:nvPr/>
            </p:nvCxnSpPr>
            <p:spPr>
              <a:xfrm>
                <a:off x="91487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1" name="Google Shape;21;p2"/>
              <p:cNvCxnSpPr/>
              <p:nvPr/>
            </p:nvCxnSpPr>
            <p:spPr>
              <a:xfrm>
                <a:off x="137201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2" name="Google Shape;22;p2"/>
              <p:cNvCxnSpPr/>
              <p:nvPr/>
            </p:nvCxnSpPr>
            <p:spPr>
              <a:xfrm>
                <a:off x="182915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3" name="Google Shape;23;p2"/>
              <p:cNvCxnSpPr/>
              <p:nvPr/>
            </p:nvCxnSpPr>
            <p:spPr>
              <a:xfrm>
                <a:off x="228629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4" name="Google Shape;24;p2"/>
              <p:cNvCxnSpPr/>
              <p:nvPr/>
            </p:nvCxnSpPr>
            <p:spPr>
              <a:xfrm>
                <a:off x="274343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5" name="Google Shape;25;p2"/>
              <p:cNvCxnSpPr/>
              <p:nvPr/>
            </p:nvCxnSpPr>
            <p:spPr>
              <a:xfrm>
                <a:off x="320057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6" name="Google Shape;26;p2"/>
              <p:cNvCxnSpPr/>
              <p:nvPr/>
            </p:nvCxnSpPr>
            <p:spPr>
              <a:xfrm>
                <a:off x="365771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7" name="Google Shape;27;p2"/>
              <p:cNvCxnSpPr/>
              <p:nvPr/>
            </p:nvCxnSpPr>
            <p:spPr>
              <a:xfrm>
                <a:off x="411486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8" name="Google Shape;28;p2"/>
              <p:cNvCxnSpPr/>
              <p:nvPr/>
            </p:nvCxnSpPr>
            <p:spPr>
              <a:xfrm>
                <a:off x="502914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9" name="Google Shape;29;p2"/>
              <p:cNvCxnSpPr/>
              <p:nvPr/>
            </p:nvCxnSpPr>
            <p:spPr>
              <a:xfrm>
                <a:off x="548628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30" name="Google Shape;30;p2"/>
              <p:cNvCxnSpPr/>
              <p:nvPr/>
            </p:nvCxnSpPr>
            <p:spPr>
              <a:xfrm>
                <a:off x="457200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31" name="Google Shape;31;p2"/>
              <p:cNvCxnSpPr/>
              <p:nvPr/>
            </p:nvCxnSpPr>
            <p:spPr>
              <a:xfrm>
                <a:off x="594342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32" name="Google Shape;32;p2"/>
              <p:cNvCxnSpPr/>
              <p:nvPr/>
            </p:nvCxnSpPr>
            <p:spPr>
              <a:xfrm>
                <a:off x="640056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33" name="Google Shape;33;p2"/>
              <p:cNvCxnSpPr/>
              <p:nvPr/>
            </p:nvCxnSpPr>
            <p:spPr>
              <a:xfrm>
                <a:off x="6857701" y="0"/>
                <a:ext cx="0" cy="5143500"/>
              </a:xfrm>
              <a:prstGeom prst="straightConnector1">
                <a:avLst/>
              </a:prstGeom>
              <a:noFill/>
              <a:ln w="28575" cap="flat" cmpd="sng">
                <a:solidFill>
                  <a:schemeClr val="dk2"/>
                </a:solidFill>
                <a:prstDash val="solid"/>
                <a:round/>
                <a:headEnd type="none" w="med" len="med"/>
                <a:tailEnd type="none" w="med" len="med"/>
              </a:ln>
            </p:spPr>
          </p:cxnSp>
        </p:grpSp>
      </p:grpSp>
      <p:sp>
        <p:nvSpPr>
          <p:cNvPr id="34" name="Google Shape;34;p2"/>
          <p:cNvSpPr txBox="1">
            <a:spLocks noGrp="1"/>
          </p:cNvSpPr>
          <p:nvPr>
            <p:ph type="ctrTitle"/>
          </p:nvPr>
        </p:nvSpPr>
        <p:spPr>
          <a:xfrm>
            <a:off x="758371" y="1519601"/>
            <a:ext cx="5776800" cy="1591800"/>
          </a:xfrm>
          <a:prstGeom prst="rect">
            <a:avLst/>
          </a:prstGeom>
        </p:spPr>
        <p:txBody>
          <a:bodyPr spcFirstLastPara="1" wrap="square" lIns="91425" tIns="0" rIns="91425" bIns="91425" anchor="t" anchorCtr="0">
            <a:noAutofit/>
          </a:bodyPr>
          <a:lstStyle>
            <a:lvl1pPr lvl="0" algn="ctr">
              <a:spcBef>
                <a:spcPts val="0"/>
              </a:spcBef>
              <a:spcAft>
                <a:spcPts val="0"/>
              </a:spcAft>
              <a:buSzPts val="5200"/>
              <a:buNone/>
              <a:defRPr sz="4400">
                <a:solidFill>
                  <a:srgbClr val="212529"/>
                </a:solidFill>
                <a:latin typeface="Lato Black"/>
                <a:ea typeface="Lato Black"/>
                <a:cs typeface="Lato Black"/>
                <a:sym typeface="Lato Black"/>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5" name="Google Shape;35;p2"/>
          <p:cNvSpPr txBox="1">
            <a:spLocks noGrp="1"/>
          </p:cNvSpPr>
          <p:nvPr>
            <p:ph type="subTitle" idx="1"/>
          </p:nvPr>
        </p:nvSpPr>
        <p:spPr>
          <a:xfrm>
            <a:off x="704371" y="3365941"/>
            <a:ext cx="5884800" cy="46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atin typeface="DM Sans"/>
                <a:ea typeface="DM Sans"/>
                <a:cs typeface="DM Sans"/>
                <a:sym typeface="DM San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6" name="Google Shape;36;p2"/>
          <p:cNvSpPr/>
          <p:nvPr/>
        </p:nvSpPr>
        <p:spPr>
          <a:xfrm rot="506393">
            <a:off x="7261545" y="2006022"/>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rot="506393">
            <a:off x="125220" y="2163285"/>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 name="Google Shape;38;p2"/>
          <p:cNvGrpSpPr/>
          <p:nvPr/>
        </p:nvGrpSpPr>
        <p:grpSpPr>
          <a:xfrm>
            <a:off x="5650800" y="-1805450"/>
            <a:ext cx="2154000" cy="2154000"/>
            <a:chOff x="-567300" y="4225075"/>
            <a:chExt cx="2154000" cy="2154000"/>
          </a:xfrm>
        </p:grpSpPr>
        <p:sp>
          <p:nvSpPr>
            <p:cNvPr id="39" name="Google Shape;39;p2"/>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42;p2"/>
          <p:cNvGrpSpPr/>
          <p:nvPr/>
        </p:nvGrpSpPr>
        <p:grpSpPr>
          <a:xfrm>
            <a:off x="-567300" y="4225075"/>
            <a:ext cx="2154000" cy="2154000"/>
            <a:chOff x="-567300" y="4225075"/>
            <a:chExt cx="2154000" cy="2154000"/>
          </a:xfrm>
        </p:grpSpPr>
        <p:sp>
          <p:nvSpPr>
            <p:cNvPr id="43" name="Google Shape;43;p2"/>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01"/>
        <p:cNvGrpSpPr/>
        <p:nvPr/>
      </p:nvGrpSpPr>
      <p:grpSpPr>
        <a:xfrm>
          <a:off x="0" y="0"/>
          <a:ext cx="0" cy="0"/>
          <a:chOff x="0" y="0"/>
          <a:chExt cx="0" cy="0"/>
        </a:xfrm>
      </p:grpSpPr>
      <p:grpSp>
        <p:nvGrpSpPr>
          <p:cNvPr id="202" name="Google Shape;202;p7"/>
          <p:cNvGrpSpPr/>
          <p:nvPr/>
        </p:nvGrpSpPr>
        <p:grpSpPr>
          <a:xfrm>
            <a:off x="-18357" y="0"/>
            <a:ext cx="9180713" cy="5143500"/>
            <a:chOff x="50" y="0"/>
            <a:chExt cx="9202800" cy="5143500"/>
          </a:xfrm>
        </p:grpSpPr>
        <p:cxnSp>
          <p:nvCxnSpPr>
            <p:cNvPr id="203" name="Google Shape;203;p7"/>
            <p:cNvCxnSpPr/>
            <p:nvPr/>
          </p:nvCxnSpPr>
          <p:spPr>
            <a:xfrm>
              <a:off x="4601450" y="-4028650"/>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204" name="Google Shape;204;p7"/>
            <p:cNvCxnSpPr/>
            <p:nvPr/>
          </p:nvCxnSpPr>
          <p:spPr>
            <a:xfrm>
              <a:off x="4601450" y="-3455894"/>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205" name="Google Shape;205;p7"/>
            <p:cNvCxnSpPr/>
            <p:nvPr/>
          </p:nvCxnSpPr>
          <p:spPr>
            <a:xfrm>
              <a:off x="4601450" y="-2883138"/>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206" name="Google Shape;206;p7"/>
            <p:cNvCxnSpPr/>
            <p:nvPr/>
          </p:nvCxnSpPr>
          <p:spPr>
            <a:xfrm>
              <a:off x="4601450" y="-2310381"/>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207" name="Google Shape;207;p7"/>
            <p:cNvCxnSpPr/>
            <p:nvPr/>
          </p:nvCxnSpPr>
          <p:spPr>
            <a:xfrm>
              <a:off x="4601450" y="-1737625"/>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208" name="Google Shape;208;p7"/>
            <p:cNvCxnSpPr/>
            <p:nvPr/>
          </p:nvCxnSpPr>
          <p:spPr>
            <a:xfrm>
              <a:off x="4601450" y="-1164869"/>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209" name="Google Shape;209;p7"/>
            <p:cNvCxnSpPr/>
            <p:nvPr/>
          </p:nvCxnSpPr>
          <p:spPr>
            <a:xfrm>
              <a:off x="4601450" y="-592113"/>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210" name="Google Shape;210;p7"/>
            <p:cNvCxnSpPr/>
            <p:nvPr/>
          </p:nvCxnSpPr>
          <p:spPr>
            <a:xfrm>
              <a:off x="4601450" y="-19356"/>
              <a:ext cx="0" cy="9202800"/>
            </a:xfrm>
            <a:prstGeom prst="straightConnector1">
              <a:avLst/>
            </a:prstGeom>
            <a:noFill/>
            <a:ln w="28575" cap="flat" cmpd="sng">
              <a:solidFill>
                <a:schemeClr val="dk2"/>
              </a:solidFill>
              <a:prstDash val="solid"/>
              <a:round/>
              <a:headEnd type="none" w="med" len="med"/>
              <a:tailEnd type="none" w="med" len="med"/>
            </a:ln>
          </p:spPr>
        </p:cxnSp>
        <p:grpSp>
          <p:nvGrpSpPr>
            <p:cNvPr id="211" name="Google Shape;211;p7"/>
            <p:cNvGrpSpPr/>
            <p:nvPr/>
          </p:nvGrpSpPr>
          <p:grpSpPr>
            <a:xfrm>
              <a:off x="573699" y="0"/>
              <a:ext cx="8018515" cy="5143500"/>
              <a:chOff x="457738" y="0"/>
              <a:chExt cx="6399964" cy="5143500"/>
            </a:xfrm>
          </p:grpSpPr>
          <p:cxnSp>
            <p:nvCxnSpPr>
              <p:cNvPr id="212" name="Google Shape;212;p7"/>
              <p:cNvCxnSpPr/>
              <p:nvPr/>
            </p:nvCxnSpPr>
            <p:spPr>
              <a:xfrm>
                <a:off x="45773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13" name="Google Shape;213;p7"/>
              <p:cNvCxnSpPr/>
              <p:nvPr/>
            </p:nvCxnSpPr>
            <p:spPr>
              <a:xfrm>
                <a:off x="91487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14" name="Google Shape;214;p7"/>
              <p:cNvCxnSpPr/>
              <p:nvPr/>
            </p:nvCxnSpPr>
            <p:spPr>
              <a:xfrm>
                <a:off x="137201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15" name="Google Shape;215;p7"/>
              <p:cNvCxnSpPr/>
              <p:nvPr/>
            </p:nvCxnSpPr>
            <p:spPr>
              <a:xfrm>
                <a:off x="182915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16" name="Google Shape;216;p7"/>
              <p:cNvCxnSpPr/>
              <p:nvPr/>
            </p:nvCxnSpPr>
            <p:spPr>
              <a:xfrm>
                <a:off x="228629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17" name="Google Shape;217;p7"/>
              <p:cNvCxnSpPr/>
              <p:nvPr/>
            </p:nvCxnSpPr>
            <p:spPr>
              <a:xfrm>
                <a:off x="274343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18" name="Google Shape;218;p7"/>
              <p:cNvCxnSpPr/>
              <p:nvPr/>
            </p:nvCxnSpPr>
            <p:spPr>
              <a:xfrm>
                <a:off x="320057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19" name="Google Shape;219;p7"/>
              <p:cNvCxnSpPr/>
              <p:nvPr/>
            </p:nvCxnSpPr>
            <p:spPr>
              <a:xfrm>
                <a:off x="365771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20" name="Google Shape;220;p7"/>
              <p:cNvCxnSpPr/>
              <p:nvPr/>
            </p:nvCxnSpPr>
            <p:spPr>
              <a:xfrm>
                <a:off x="411486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21" name="Google Shape;221;p7"/>
              <p:cNvCxnSpPr/>
              <p:nvPr/>
            </p:nvCxnSpPr>
            <p:spPr>
              <a:xfrm>
                <a:off x="502914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22" name="Google Shape;222;p7"/>
              <p:cNvCxnSpPr/>
              <p:nvPr/>
            </p:nvCxnSpPr>
            <p:spPr>
              <a:xfrm>
                <a:off x="548628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23" name="Google Shape;223;p7"/>
              <p:cNvCxnSpPr/>
              <p:nvPr/>
            </p:nvCxnSpPr>
            <p:spPr>
              <a:xfrm>
                <a:off x="457200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24" name="Google Shape;224;p7"/>
              <p:cNvCxnSpPr/>
              <p:nvPr/>
            </p:nvCxnSpPr>
            <p:spPr>
              <a:xfrm>
                <a:off x="594342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25" name="Google Shape;225;p7"/>
              <p:cNvCxnSpPr/>
              <p:nvPr/>
            </p:nvCxnSpPr>
            <p:spPr>
              <a:xfrm>
                <a:off x="640056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26" name="Google Shape;226;p7"/>
              <p:cNvCxnSpPr/>
              <p:nvPr/>
            </p:nvCxnSpPr>
            <p:spPr>
              <a:xfrm>
                <a:off x="6857701" y="0"/>
                <a:ext cx="0" cy="5143500"/>
              </a:xfrm>
              <a:prstGeom prst="straightConnector1">
                <a:avLst/>
              </a:prstGeom>
              <a:noFill/>
              <a:ln w="28575" cap="flat" cmpd="sng">
                <a:solidFill>
                  <a:schemeClr val="dk2"/>
                </a:solidFill>
                <a:prstDash val="solid"/>
                <a:round/>
                <a:headEnd type="none" w="med" len="med"/>
                <a:tailEnd type="none" w="med" len="med"/>
              </a:ln>
            </p:spPr>
          </p:cxnSp>
        </p:grpSp>
      </p:grpSp>
      <p:sp>
        <p:nvSpPr>
          <p:cNvPr id="227" name="Google Shape;227;p7"/>
          <p:cNvSpPr txBox="1">
            <a:spLocks noGrp="1"/>
          </p:cNvSpPr>
          <p:nvPr>
            <p:ph type="body" idx="1"/>
          </p:nvPr>
        </p:nvSpPr>
        <p:spPr>
          <a:xfrm>
            <a:off x="2475150" y="1500716"/>
            <a:ext cx="4193700" cy="25263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5"/>
              </a:buClr>
              <a:buSzPts val="1400"/>
              <a:buFont typeface="Anaheim"/>
              <a:buChar char="●"/>
              <a:defRPr sz="1400"/>
            </a:lvl1pPr>
            <a:lvl2pPr marL="914400" lvl="1" indent="-317500">
              <a:spcBef>
                <a:spcPts val="0"/>
              </a:spcBef>
              <a:spcAft>
                <a:spcPts val="0"/>
              </a:spcAft>
              <a:buSzPts val="1400"/>
              <a:buFont typeface="Anaheim"/>
              <a:buChar char="○"/>
              <a:defRPr sz="1200"/>
            </a:lvl2pPr>
            <a:lvl3pPr marL="1371600" lvl="2" indent="-317500">
              <a:spcBef>
                <a:spcPts val="0"/>
              </a:spcBef>
              <a:spcAft>
                <a:spcPts val="0"/>
              </a:spcAft>
              <a:buSzPts val="1400"/>
              <a:buFont typeface="Anaheim"/>
              <a:buChar char="■"/>
              <a:defRPr sz="1200"/>
            </a:lvl3pPr>
            <a:lvl4pPr marL="1828800" lvl="3" indent="-317500">
              <a:spcBef>
                <a:spcPts val="0"/>
              </a:spcBef>
              <a:spcAft>
                <a:spcPts val="0"/>
              </a:spcAft>
              <a:buSzPts val="1400"/>
              <a:buFont typeface="Anaheim"/>
              <a:buChar char="●"/>
              <a:defRPr sz="1200"/>
            </a:lvl4pPr>
            <a:lvl5pPr marL="2286000" lvl="4" indent="-317500">
              <a:spcBef>
                <a:spcPts val="0"/>
              </a:spcBef>
              <a:spcAft>
                <a:spcPts val="0"/>
              </a:spcAft>
              <a:buSzPts val="1400"/>
              <a:buFont typeface="Anaheim"/>
              <a:buChar char="○"/>
              <a:defRPr sz="1200"/>
            </a:lvl5pPr>
            <a:lvl6pPr marL="2743200" lvl="5" indent="-317500">
              <a:spcBef>
                <a:spcPts val="0"/>
              </a:spcBef>
              <a:spcAft>
                <a:spcPts val="0"/>
              </a:spcAft>
              <a:buSzPts val="1400"/>
              <a:buFont typeface="Anaheim"/>
              <a:buChar char="■"/>
              <a:defRPr sz="1200"/>
            </a:lvl6pPr>
            <a:lvl7pPr marL="3200400" lvl="6" indent="-317500">
              <a:spcBef>
                <a:spcPts val="0"/>
              </a:spcBef>
              <a:spcAft>
                <a:spcPts val="0"/>
              </a:spcAft>
              <a:buSzPts val="1400"/>
              <a:buFont typeface="Anaheim"/>
              <a:buChar char="●"/>
              <a:defRPr sz="1200"/>
            </a:lvl7pPr>
            <a:lvl8pPr marL="3657600" lvl="7" indent="-317500">
              <a:spcBef>
                <a:spcPts val="0"/>
              </a:spcBef>
              <a:spcAft>
                <a:spcPts val="0"/>
              </a:spcAft>
              <a:buSzPts val="1400"/>
              <a:buFont typeface="Anaheim"/>
              <a:buChar char="○"/>
              <a:defRPr sz="1200"/>
            </a:lvl8pPr>
            <a:lvl9pPr marL="4114800" lvl="8" indent="-317500">
              <a:spcBef>
                <a:spcPts val="0"/>
              </a:spcBef>
              <a:spcAft>
                <a:spcPts val="0"/>
              </a:spcAft>
              <a:buSzPts val="1400"/>
              <a:buFont typeface="Anaheim"/>
              <a:buChar char="■"/>
              <a:defRPr sz="1200"/>
            </a:lvl9pPr>
          </a:lstStyle>
          <a:p>
            <a:endParaRPr/>
          </a:p>
        </p:txBody>
      </p:sp>
      <p:sp>
        <p:nvSpPr>
          <p:cNvPr id="228" name="Google Shape;228;p7"/>
          <p:cNvSpPr txBox="1">
            <a:spLocks noGrp="1"/>
          </p:cNvSpPr>
          <p:nvPr>
            <p:ph type="title"/>
          </p:nvPr>
        </p:nvSpPr>
        <p:spPr>
          <a:xfrm>
            <a:off x="715550" y="538250"/>
            <a:ext cx="7713000" cy="479400"/>
          </a:xfrm>
          <a:prstGeom prst="rect">
            <a:avLst/>
          </a:prstGeom>
        </p:spPr>
        <p:txBody>
          <a:bodyPr spcFirstLastPara="1" wrap="square" lIns="91425" tIns="0"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29" name="Google Shape;229;p7"/>
          <p:cNvSpPr/>
          <p:nvPr/>
        </p:nvSpPr>
        <p:spPr>
          <a:xfrm rot="506393">
            <a:off x="5842320" y="1250097"/>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7"/>
          <p:cNvSpPr/>
          <p:nvPr/>
        </p:nvSpPr>
        <p:spPr>
          <a:xfrm rot="506393">
            <a:off x="140170" y="2821722"/>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1" name="Google Shape;231;p7"/>
          <p:cNvGrpSpPr/>
          <p:nvPr/>
        </p:nvGrpSpPr>
        <p:grpSpPr>
          <a:xfrm>
            <a:off x="5271550" y="4395900"/>
            <a:ext cx="2154000" cy="2154000"/>
            <a:chOff x="-567300" y="4225075"/>
            <a:chExt cx="2154000" cy="2154000"/>
          </a:xfrm>
        </p:grpSpPr>
        <p:sp>
          <p:nvSpPr>
            <p:cNvPr id="232" name="Google Shape;232;p7"/>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7"/>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7"/>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 name="Google Shape;235;p7"/>
          <p:cNvGrpSpPr/>
          <p:nvPr/>
        </p:nvGrpSpPr>
        <p:grpSpPr>
          <a:xfrm>
            <a:off x="-869650" y="-612675"/>
            <a:ext cx="2154000" cy="2154000"/>
            <a:chOff x="-567300" y="4225075"/>
            <a:chExt cx="2154000" cy="2154000"/>
          </a:xfrm>
        </p:grpSpPr>
        <p:sp>
          <p:nvSpPr>
            <p:cNvPr id="236" name="Google Shape;236;p7"/>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7"/>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6"/>
        <p:cNvGrpSpPr/>
        <p:nvPr/>
      </p:nvGrpSpPr>
      <p:grpSpPr>
        <a:xfrm>
          <a:off x="0" y="0"/>
          <a:ext cx="0" cy="0"/>
          <a:chOff x="0" y="0"/>
          <a:chExt cx="0" cy="0"/>
        </a:xfrm>
      </p:grpSpPr>
      <p:grpSp>
        <p:nvGrpSpPr>
          <p:cNvPr id="277" name="Google Shape;277;p9"/>
          <p:cNvGrpSpPr/>
          <p:nvPr/>
        </p:nvGrpSpPr>
        <p:grpSpPr>
          <a:xfrm>
            <a:off x="-18357" y="0"/>
            <a:ext cx="9180713" cy="5143500"/>
            <a:chOff x="50" y="0"/>
            <a:chExt cx="9202800" cy="5143500"/>
          </a:xfrm>
        </p:grpSpPr>
        <p:cxnSp>
          <p:nvCxnSpPr>
            <p:cNvPr id="278" name="Google Shape;278;p9"/>
            <p:cNvCxnSpPr/>
            <p:nvPr/>
          </p:nvCxnSpPr>
          <p:spPr>
            <a:xfrm>
              <a:off x="4601450" y="-4028650"/>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279" name="Google Shape;279;p9"/>
            <p:cNvCxnSpPr/>
            <p:nvPr/>
          </p:nvCxnSpPr>
          <p:spPr>
            <a:xfrm>
              <a:off x="4601450" y="-3455894"/>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280" name="Google Shape;280;p9"/>
            <p:cNvCxnSpPr/>
            <p:nvPr/>
          </p:nvCxnSpPr>
          <p:spPr>
            <a:xfrm>
              <a:off x="4601450" y="-2883138"/>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281" name="Google Shape;281;p9"/>
            <p:cNvCxnSpPr/>
            <p:nvPr/>
          </p:nvCxnSpPr>
          <p:spPr>
            <a:xfrm>
              <a:off x="4601450" y="-2310381"/>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282" name="Google Shape;282;p9"/>
            <p:cNvCxnSpPr/>
            <p:nvPr/>
          </p:nvCxnSpPr>
          <p:spPr>
            <a:xfrm>
              <a:off x="4601450" y="-1737625"/>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283" name="Google Shape;283;p9"/>
            <p:cNvCxnSpPr/>
            <p:nvPr/>
          </p:nvCxnSpPr>
          <p:spPr>
            <a:xfrm>
              <a:off x="4601450" y="-1164869"/>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284" name="Google Shape;284;p9"/>
            <p:cNvCxnSpPr/>
            <p:nvPr/>
          </p:nvCxnSpPr>
          <p:spPr>
            <a:xfrm>
              <a:off x="4601450" y="-592113"/>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285" name="Google Shape;285;p9"/>
            <p:cNvCxnSpPr/>
            <p:nvPr/>
          </p:nvCxnSpPr>
          <p:spPr>
            <a:xfrm>
              <a:off x="4601450" y="-19356"/>
              <a:ext cx="0" cy="9202800"/>
            </a:xfrm>
            <a:prstGeom prst="straightConnector1">
              <a:avLst/>
            </a:prstGeom>
            <a:noFill/>
            <a:ln w="28575" cap="flat" cmpd="sng">
              <a:solidFill>
                <a:schemeClr val="dk2"/>
              </a:solidFill>
              <a:prstDash val="solid"/>
              <a:round/>
              <a:headEnd type="none" w="med" len="med"/>
              <a:tailEnd type="none" w="med" len="med"/>
            </a:ln>
          </p:spPr>
        </p:cxnSp>
        <p:grpSp>
          <p:nvGrpSpPr>
            <p:cNvPr id="286" name="Google Shape;286;p9"/>
            <p:cNvGrpSpPr/>
            <p:nvPr/>
          </p:nvGrpSpPr>
          <p:grpSpPr>
            <a:xfrm>
              <a:off x="573699" y="0"/>
              <a:ext cx="8018515" cy="5143500"/>
              <a:chOff x="457738" y="0"/>
              <a:chExt cx="6399964" cy="5143500"/>
            </a:xfrm>
          </p:grpSpPr>
          <p:cxnSp>
            <p:nvCxnSpPr>
              <p:cNvPr id="287" name="Google Shape;287;p9"/>
              <p:cNvCxnSpPr/>
              <p:nvPr/>
            </p:nvCxnSpPr>
            <p:spPr>
              <a:xfrm>
                <a:off x="45773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88" name="Google Shape;288;p9"/>
              <p:cNvCxnSpPr/>
              <p:nvPr/>
            </p:nvCxnSpPr>
            <p:spPr>
              <a:xfrm>
                <a:off x="91487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89" name="Google Shape;289;p9"/>
              <p:cNvCxnSpPr/>
              <p:nvPr/>
            </p:nvCxnSpPr>
            <p:spPr>
              <a:xfrm>
                <a:off x="137201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90" name="Google Shape;290;p9"/>
              <p:cNvCxnSpPr/>
              <p:nvPr/>
            </p:nvCxnSpPr>
            <p:spPr>
              <a:xfrm>
                <a:off x="182915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91" name="Google Shape;291;p9"/>
              <p:cNvCxnSpPr/>
              <p:nvPr/>
            </p:nvCxnSpPr>
            <p:spPr>
              <a:xfrm>
                <a:off x="228629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92" name="Google Shape;292;p9"/>
              <p:cNvCxnSpPr/>
              <p:nvPr/>
            </p:nvCxnSpPr>
            <p:spPr>
              <a:xfrm>
                <a:off x="274343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93" name="Google Shape;293;p9"/>
              <p:cNvCxnSpPr/>
              <p:nvPr/>
            </p:nvCxnSpPr>
            <p:spPr>
              <a:xfrm>
                <a:off x="320057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94" name="Google Shape;294;p9"/>
              <p:cNvCxnSpPr/>
              <p:nvPr/>
            </p:nvCxnSpPr>
            <p:spPr>
              <a:xfrm>
                <a:off x="365771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95" name="Google Shape;295;p9"/>
              <p:cNvCxnSpPr/>
              <p:nvPr/>
            </p:nvCxnSpPr>
            <p:spPr>
              <a:xfrm>
                <a:off x="411486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96" name="Google Shape;296;p9"/>
              <p:cNvCxnSpPr/>
              <p:nvPr/>
            </p:nvCxnSpPr>
            <p:spPr>
              <a:xfrm>
                <a:off x="502914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97" name="Google Shape;297;p9"/>
              <p:cNvCxnSpPr/>
              <p:nvPr/>
            </p:nvCxnSpPr>
            <p:spPr>
              <a:xfrm>
                <a:off x="548628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98" name="Google Shape;298;p9"/>
              <p:cNvCxnSpPr/>
              <p:nvPr/>
            </p:nvCxnSpPr>
            <p:spPr>
              <a:xfrm>
                <a:off x="457200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299" name="Google Shape;299;p9"/>
              <p:cNvCxnSpPr/>
              <p:nvPr/>
            </p:nvCxnSpPr>
            <p:spPr>
              <a:xfrm>
                <a:off x="594342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300" name="Google Shape;300;p9"/>
              <p:cNvCxnSpPr/>
              <p:nvPr/>
            </p:nvCxnSpPr>
            <p:spPr>
              <a:xfrm>
                <a:off x="640056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301" name="Google Shape;301;p9"/>
              <p:cNvCxnSpPr/>
              <p:nvPr/>
            </p:nvCxnSpPr>
            <p:spPr>
              <a:xfrm>
                <a:off x="6857701" y="0"/>
                <a:ext cx="0" cy="5143500"/>
              </a:xfrm>
              <a:prstGeom prst="straightConnector1">
                <a:avLst/>
              </a:prstGeom>
              <a:noFill/>
              <a:ln w="28575" cap="flat" cmpd="sng">
                <a:solidFill>
                  <a:schemeClr val="dk2"/>
                </a:solidFill>
                <a:prstDash val="solid"/>
                <a:round/>
                <a:headEnd type="none" w="med" len="med"/>
                <a:tailEnd type="none" w="med" len="med"/>
              </a:ln>
            </p:spPr>
          </p:cxnSp>
        </p:grpSp>
      </p:grpSp>
      <p:sp>
        <p:nvSpPr>
          <p:cNvPr id="302" name="Google Shape;302;p9"/>
          <p:cNvSpPr txBox="1">
            <a:spLocks noGrp="1"/>
          </p:cNvSpPr>
          <p:nvPr>
            <p:ph type="title"/>
          </p:nvPr>
        </p:nvSpPr>
        <p:spPr>
          <a:xfrm>
            <a:off x="2721750" y="1460500"/>
            <a:ext cx="3700500" cy="721500"/>
          </a:xfrm>
          <a:prstGeom prst="rect">
            <a:avLst/>
          </a:prstGeom>
        </p:spPr>
        <p:txBody>
          <a:bodyPr spcFirstLastPara="1" wrap="square" lIns="91425" tIns="0"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03" name="Google Shape;303;p9"/>
          <p:cNvSpPr txBox="1">
            <a:spLocks noGrp="1"/>
          </p:cNvSpPr>
          <p:nvPr>
            <p:ph type="subTitle" idx="1"/>
          </p:nvPr>
        </p:nvSpPr>
        <p:spPr>
          <a:xfrm>
            <a:off x="2721750" y="2193475"/>
            <a:ext cx="3700500" cy="1524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04" name="Google Shape;304;p9"/>
          <p:cNvSpPr/>
          <p:nvPr/>
        </p:nvSpPr>
        <p:spPr>
          <a:xfrm rot="506393">
            <a:off x="4554308" y="425735"/>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9"/>
          <p:cNvSpPr/>
          <p:nvPr/>
        </p:nvSpPr>
        <p:spPr>
          <a:xfrm rot="506393">
            <a:off x="5886395" y="3056522"/>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 name="Google Shape;306;p9"/>
          <p:cNvGrpSpPr/>
          <p:nvPr/>
        </p:nvGrpSpPr>
        <p:grpSpPr>
          <a:xfrm>
            <a:off x="7816475" y="-774250"/>
            <a:ext cx="2154000" cy="2154000"/>
            <a:chOff x="-567300" y="4225075"/>
            <a:chExt cx="2154000" cy="2154000"/>
          </a:xfrm>
        </p:grpSpPr>
        <p:sp>
          <p:nvSpPr>
            <p:cNvPr id="307" name="Google Shape;307;p9"/>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9"/>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9"/>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0" name="Google Shape;310;p9"/>
          <p:cNvGrpSpPr/>
          <p:nvPr/>
        </p:nvGrpSpPr>
        <p:grpSpPr>
          <a:xfrm>
            <a:off x="3931575" y="4150500"/>
            <a:ext cx="2154000" cy="2154000"/>
            <a:chOff x="-567300" y="4225075"/>
            <a:chExt cx="2154000" cy="2154000"/>
          </a:xfrm>
        </p:grpSpPr>
        <p:sp>
          <p:nvSpPr>
            <p:cNvPr id="311" name="Google Shape;311;p9"/>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9"/>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9"/>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6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p:cSld name="CUSTOM_1">
    <p:spTree>
      <p:nvGrpSpPr>
        <p:cNvPr id="1" name="Shape 417"/>
        <p:cNvGrpSpPr/>
        <p:nvPr/>
      </p:nvGrpSpPr>
      <p:grpSpPr>
        <a:xfrm>
          <a:off x="0" y="0"/>
          <a:ext cx="0" cy="0"/>
          <a:chOff x="0" y="0"/>
          <a:chExt cx="0" cy="0"/>
        </a:xfrm>
      </p:grpSpPr>
      <p:grpSp>
        <p:nvGrpSpPr>
          <p:cNvPr id="418" name="Google Shape;418;p14"/>
          <p:cNvGrpSpPr/>
          <p:nvPr/>
        </p:nvGrpSpPr>
        <p:grpSpPr>
          <a:xfrm>
            <a:off x="-18357" y="0"/>
            <a:ext cx="9180713" cy="5143500"/>
            <a:chOff x="50" y="0"/>
            <a:chExt cx="9202800" cy="5143500"/>
          </a:xfrm>
        </p:grpSpPr>
        <p:cxnSp>
          <p:nvCxnSpPr>
            <p:cNvPr id="419" name="Google Shape;419;p14"/>
            <p:cNvCxnSpPr/>
            <p:nvPr/>
          </p:nvCxnSpPr>
          <p:spPr>
            <a:xfrm>
              <a:off x="4601450" y="-4028650"/>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420" name="Google Shape;420;p14"/>
            <p:cNvCxnSpPr/>
            <p:nvPr/>
          </p:nvCxnSpPr>
          <p:spPr>
            <a:xfrm>
              <a:off x="4601450" y="-3455894"/>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421" name="Google Shape;421;p14"/>
            <p:cNvCxnSpPr/>
            <p:nvPr/>
          </p:nvCxnSpPr>
          <p:spPr>
            <a:xfrm>
              <a:off x="4601450" y="-2883138"/>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422" name="Google Shape;422;p14"/>
            <p:cNvCxnSpPr/>
            <p:nvPr/>
          </p:nvCxnSpPr>
          <p:spPr>
            <a:xfrm>
              <a:off x="4601450" y="-2310381"/>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423" name="Google Shape;423;p14"/>
            <p:cNvCxnSpPr/>
            <p:nvPr/>
          </p:nvCxnSpPr>
          <p:spPr>
            <a:xfrm>
              <a:off x="4601450" y="-1737625"/>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424" name="Google Shape;424;p14"/>
            <p:cNvCxnSpPr/>
            <p:nvPr/>
          </p:nvCxnSpPr>
          <p:spPr>
            <a:xfrm>
              <a:off x="4601450" y="-1164869"/>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425" name="Google Shape;425;p14"/>
            <p:cNvCxnSpPr/>
            <p:nvPr/>
          </p:nvCxnSpPr>
          <p:spPr>
            <a:xfrm>
              <a:off x="4601450" y="-592113"/>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426" name="Google Shape;426;p14"/>
            <p:cNvCxnSpPr/>
            <p:nvPr/>
          </p:nvCxnSpPr>
          <p:spPr>
            <a:xfrm>
              <a:off x="4601450" y="-19356"/>
              <a:ext cx="0" cy="9202800"/>
            </a:xfrm>
            <a:prstGeom prst="straightConnector1">
              <a:avLst/>
            </a:prstGeom>
            <a:noFill/>
            <a:ln w="28575" cap="flat" cmpd="sng">
              <a:solidFill>
                <a:schemeClr val="dk2"/>
              </a:solidFill>
              <a:prstDash val="solid"/>
              <a:round/>
              <a:headEnd type="none" w="med" len="med"/>
              <a:tailEnd type="none" w="med" len="med"/>
            </a:ln>
          </p:spPr>
        </p:cxnSp>
        <p:grpSp>
          <p:nvGrpSpPr>
            <p:cNvPr id="427" name="Google Shape;427;p14"/>
            <p:cNvGrpSpPr/>
            <p:nvPr/>
          </p:nvGrpSpPr>
          <p:grpSpPr>
            <a:xfrm>
              <a:off x="573699" y="0"/>
              <a:ext cx="8018515" cy="5143500"/>
              <a:chOff x="457738" y="0"/>
              <a:chExt cx="6399964" cy="5143500"/>
            </a:xfrm>
          </p:grpSpPr>
          <p:cxnSp>
            <p:nvCxnSpPr>
              <p:cNvPr id="428" name="Google Shape;428;p14"/>
              <p:cNvCxnSpPr/>
              <p:nvPr/>
            </p:nvCxnSpPr>
            <p:spPr>
              <a:xfrm>
                <a:off x="45773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429" name="Google Shape;429;p14"/>
              <p:cNvCxnSpPr/>
              <p:nvPr/>
            </p:nvCxnSpPr>
            <p:spPr>
              <a:xfrm>
                <a:off x="91487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430" name="Google Shape;430;p14"/>
              <p:cNvCxnSpPr/>
              <p:nvPr/>
            </p:nvCxnSpPr>
            <p:spPr>
              <a:xfrm>
                <a:off x="137201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431" name="Google Shape;431;p14"/>
              <p:cNvCxnSpPr/>
              <p:nvPr/>
            </p:nvCxnSpPr>
            <p:spPr>
              <a:xfrm>
                <a:off x="182915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432" name="Google Shape;432;p14"/>
              <p:cNvCxnSpPr/>
              <p:nvPr/>
            </p:nvCxnSpPr>
            <p:spPr>
              <a:xfrm>
                <a:off x="228629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433" name="Google Shape;433;p14"/>
              <p:cNvCxnSpPr/>
              <p:nvPr/>
            </p:nvCxnSpPr>
            <p:spPr>
              <a:xfrm>
                <a:off x="274343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434" name="Google Shape;434;p14"/>
              <p:cNvCxnSpPr/>
              <p:nvPr/>
            </p:nvCxnSpPr>
            <p:spPr>
              <a:xfrm>
                <a:off x="320057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435" name="Google Shape;435;p14"/>
              <p:cNvCxnSpPr/>
              <p:nvPr/>
            </p:nvCxnSpPr>
            <p:spPr>
              <a:xfrm>
                <a:off x="365771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436" name="Google Shape;436;p14"/>
              <p:cNvCxnSpPr/>
              <p:nvPr/>
            </p:nvCxnSpPr>
            <p:spPr>
              <a:xfrm>
                <a:off x="411486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437" name="Google Shape;437;p14"/>
              <p:cNvCxnSpPr/>
              <p:nvPr/>
            </p:nvCxnSpPr>
            <p:spPr>
              <a:xfrm>
                <a:off x="502914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438" name="Google Shape;438;p14"/>
              <p:cNvCxnSpPr/>
              <p:nvPr/>
            </p:nvCxnSpPr>
            <p:spPr>
              <a:xfrm>
                <a:off x="548628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439" name="Google Shape;439;p14"/>
              <p:cNvCxnSpPr/>
              <p:nvPr/>
            </p:nvCxnSpPr>
            <p:spPr>
              <a:xfrm>
                <a:off x="457200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440" name="Google Shape;440;p14"/>
              <p:cNvCxnSpPr/>
              <p:nvPr/>
            </p:nvCxnSpPr>
            <p:spPr>
              <a:xfrm>
                <a:off x="594342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441" name="Google Shape;441;p14"/>
              <p:cNvCxnSpPr/>
              <p:nvPr/>
            </p:nvCxnSpPr>
            <p:spPr>
              <a:xfrm>
                <a:off x="640056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442" name="Google Shape;442;p14"/>
              <p:cNvCxnSpPr/>
              <p:nvPr/>
            </p:nvCxnSpPr>
            <p:spPr>
              <a:xfrm>
                <a:off x="6857701" y="0"/>
                <a:ext cx="0" cy="5143500"/>
              </a:xfrm>
              <a:prstGeom prst="straightConnector1">
                <a:avLst/>
              </a:prstGeom>
              <a:noFill/>
              <a:ln w="28575" cap="flat" cmpd="sng">
                <a:solidFill>
                  <a:schemeClr val="dk2"/>
                </a:solidFill>
                <a:prstDash val="solid"/>
                <a:round/>
                <a:headEnd type="none" w="med" len="med"/>
                <a:tailEnd type="none" w="med" len="med"/>
              </a:ln>
            </p:spPr>
          </p:cxnSp>
        </p:grpSp>
      </p:grpSp>
      <p:sp>
        <p:nvSpPr>
          <p:cNvPr id="443" name="Google Shape;443;p14"/>
          <p:cNvSpPr txBox="1">
            <a:spLocks noGrp="1"/>
          </p:cNvSpPr>
          <p:nvPr>
            <p:ph type="title"/>
          </p:nvPr>
        </p:nvSpPr>
        <p:spPr>
          <a:xfrm>
            <a:off x="2643750" y="1326888"/>
            <a:ext cx="3856500" cy="1027500"/>
          </a:xfrm>
          <a:prstGeom prst="rect">
            <a:avLst/>
          </a:prstGeom>
        </p:spPr>
        <p:txBody>
          <a:bodyPr spcFirstLastPara="1" wrap="square" lIns="91425" tIns="0" rIns="91425" bIns="91425" anchor="t" anchorCtr="0">
            <a:noAutofit/>
          </a:bodyPr>
          <a:lstStyle>
            <a:lvl1pPr lvl="0">
              <a:spcBef>
                <a:spcPts val="0"/>
              </a:spcBef>
              <a:spcAft>
                <a:spcPts val="0"/>
              </a:spcAft>
              <a:buSzPts val="3300"/>
              <a:buNone/>
              <a:defRPr sz="6500"/>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444" name="Google Shape;444;p14"/>
          <p:cNvSpPr txBox="1">
            <a:spLocks noGrp="1"/>
          </p:cNvSpPr>
          <p:nvPr>
            <p:ph type="subTitle" idx="1"/>
          </p:nvPr>
        </p:nvSpPr>
        <p:spPr>
          <a:xfrm>
            <a:off x="2643750" y="2583625"/>
            <a:ext cx="3856500" cy="1027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5" name="Google Shape;445;p14"/>
          <p:cNvSpPr/>
          <p:nvPr/>
        </p:nvSpPr>
        <p:spPr>
          <a:xfrm rot="506393">
            <a:off x="1085295" y="2808760"/>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4"/>
          <p:cNvSpPr/>
          <p:nvPr/>
        </p:nvSpPr>
        <p:spPr>
          <a:xfrm rot="506393">
            <a:off x="6168970" y="451597"/>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7" name="Google Shape;447;p14"/>
          <p:cNvGrpSpPr/>
          <p:nvPr/>
        </p:nvGrpSpPr>
        <p:grpSpPr>
          <a:xfrm>
            <a:off x="-783475" y="-815950"/>
            <a:ext cx="2154000" cy="2154000"/>
            <a:chOff x="-567300" y="4225075"/>
            <a:chExt cx="2154000" cy="2154000"/>
          </a:xfrm>
        </p:grpSpPr>
        <p:sp>
          <p:nvSpPr>
            <p:cNvPr id="448" name="Google Shape;448;p14"/>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4"/>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4"/>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14"/>
          <p:cNvGrpSpPr/>
          <p:nvPr/>
        </p:nvGrpSpPr>
        <p:grpSpPr>
          <a:xfrm>
            <a:off x="7943650" y="2145500"/>
            <a:ext cx="2154000" cy="2154000"/>
            <a:chOff x="-567300" y="4225075"/>
            <a:chExt cx="2154000" cy="2154000"/>
          </a:xfrm>
        </p:grpSpPr>
        <p:sp>
          <p:nvSpPr>
            <p:cNvPr id="452" name="Google Shape;452;p14"/>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4"/>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4"/>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2">
  <p:cSld name="CUSTOM_1_2_1">
    <p:spTree>
      <p:nvGrpSpPr>
        <p:cNvPr id="1" name="Shape 489"/>
        <p:cNvGrpSpPr/>
        <p:nvPr/>
      </p:nvGrpSpPr>
      <p:grpSpPr>
        <a:xfrm>
          <a:off x="0" y="0"/>
          <a:ext cx="0" cy="0"/>
          <a:chOff x="0" y="0"/>
          <a:chExt cx="0" cy="0"/>
        </a:xfrm>
      </p:grpSpPr>
      <p:grpSp>
        <p:nvGrpSpPr>
          <p:cNvPr id="490" name="Google Shape;490;p16"/>
          <p:cNvGrpSpPr/>
          <p:nvPr/>
        </p:nvGrpSpPr>
        <p:grpSpPr>
          <a:xfrm>
            <a:off x="-18357" y="0"/>
            <a:ext cx="9180713" cy="5143500"/>
            <a:chOff x="50" y="0"/>
            <a:chExt cx="9202800" cy="5143500"/>
          </a:xfrm>
        </p:grpSpPr>
        <p:cxnSp>
          <p:nvCxnSpPr>
            <p:cNvPr id="491" name="Google Shape;491;p16"/>
            <p:cNvCxnSpPr/>
            <p:nvPr/>
          </p:nvCxnSpPr>
          <p:spPr>
            <a:xfrm>
              <a:off x="4601450" y="-4028650"/>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492" name="Google Shape;492;p16"/>
            <p:cNvCxnSpPr/>
            <p:nvPr/>
          </p:nvCxnSpPr>
          <p:spPr>
            <a:xfrm>
              <a:off x="4601450" y="-3455894"/>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493" name="Google Shape;493;p16"/>
            <p:cNvCxnSpPr/>
            <p:nvPr/>
          </p:nvCxnSpPr>
          <p:spPr>
            <a:xfrm>
              <a:off x="4601450" y="-2883138"/>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494" name="Google Shape;494;p16"/>
            <p:cNvCxnSpPr/>
            <p:nvPr/>
          </p:nvCxnSpPr>
          <p:spPr>
            <a:xfrm>
              <a:off x="4601450" y="-2310381"/>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495" name="Google Shape;495;p16"/>
            <p:cNvCxnSpPr/>
            <p:nvPr/>
          </p:nvCxnSpPr>
          <p:spPr>
            <a:xfrm>
              <a:off x="4601450" y="-1737625"/>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496" name="Google Shape;496;p16"/>
            <p:cNvCxnSpPr/>
            <p:nvPr/>
          </p:nvCxnSpPr>
          <p:spPr>
            <a:xfrm>
              <a:off x="4601450" y="-1164869"/>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497" name="Google Shape;497;p16"/>
            <p:cNvCxnSpPr/>
            <p:nvPr/>
          </p:nvCxnSpPr>
          <p:spPr>
            <a:xfrm>
              <a:off x="4601450" y="-592113"/>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498" name="Google Shape;498;p16"/>
            <p:cNvCxnSpPr/>
            <p:nvPr/>
          </p:nvCxnSpPr>
          <p:spPr>
            <a:xfrm>
              <a:off x="4601450" y="-19356"/>
              <a:ext cx="0" cy="9202800"/>
            </a:xfrm>
            <a:prstGeom prst="straightConnector1">
              <a:avLst/>
            </a:prstGeom>
            <a:noFill/>
            <a:ln w="28575" cap="flat" cmpd="sng">
              <a:solidFill>
                <a:schemeClr val="dk2"/>
              </a:solidFill>
              <a:prstDash val="solid"/>
              <a:round/>
              <a:headEnd type="none" w="med" len="med"/>
              <a:tailEnd type="none" w="med" len="med"/>
            </a:ln>
          </p:spPr>
        </p:cxnSp>
        <p:grpSp>
          <p:nvGrpSpPr>
            <p:cNvPr id="499" name="Google Shape;499;p16"/>
            <p:cNvGrpSpPr/>
            <p:nvPr/>
          </p:nvGrpSpPr>
          <p:grpSpPr>
            <a:xfrm>
              <a:off x="573699" y="0"/>
              <a:ext cx="8018515" cy="5143500"/>
              <a:chOff x="457738" y="0"/>
              <a:chExt cx="6399964" cy="5143500"/>
            </a:xfrm>
          </p:grpSpPr>
          <p:cxnSp>
            <p:nvCxnSpPr>
              <p:cNvPr id="500" name="Google Shape;500;p16"/>
              <p:cNvCxnSpPr/>
              <p:nvPr/>
            </p:nvCxnSpPr>
            <p:spPr>
              <a:xfrm>
                <a:off x="45773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01" name="Google Shape;501;p16"/>
              <p:cNvCxnSpPr/>
              <p:nvPr/>
            </p:nvCxnSpPr>
            <p:spPr>
              <a:xfrm>
                <a:off x="91487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02" name="Google Shape;502;p16"/>
              <p:cNvCxnSpPr/>
              <p:nvPr/>
            </p:nvCxnSpPr>
            <p:spPr>
              <a:xfrm>
                <a:off x="137201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03" name="Google Shape;503;p16"/>
              <p:cNvCxnSpPr/>
              <p:nvPr/>
            </p:nvCxnSpPr>
            <p:spPr>
              <a:xfrm>
                <a:off x="182915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04" name="Google Shape;504;p16"/>
              <p:cNvCxnSpPr/>
              <p:nvPr/>
            </p:nvCxnSpPr>
            <p:spPr>
              <a:xfrm>
                <a:off x="228629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05" name="Google Shape;505;p16"/>
              <p:cNvCxnSpPr/>
              <p:nvPr/>
            </p:nvCxnSpPr>
            <p:spPr>
              <a:xfrm>
                <a:off x="274343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06" name="Google Shape;506;p16"/>
              <p:cNvCxnSpPr/>
              <p:nvPr/>
            </p:nvCxnSpPr>
            <p:spPr>
              <a:xfrm>
                <a:off x="320057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07" name="Google Shape;507;p16"/>
              <p:cNvCxnSpPr/>
              <p:nvPr/>
            </p:nvCxnSpPr>
            <p:spPr>
              <a:xfrm>
                <a:off x="365771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08" name="Google Shape;508;p16"/>
              <p:cNvCxnSpPr/>
              <p:nvPr/>
            </p:nvCxnSpPr>
            <p:spPr>
              <a:xfrm>
                <a:off x="411486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09" name="Google Shape;509;p16"/>
              <p:cNvCxnSpPr/>
              <p:nvPr/>
            </p:nvCxnSpPr>
            <p:spPr>
              <a:xfrm>
                <a:off x="502914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10" name="Google Shape;510;p16"/>
              <p:cNvCxnSpPr/>
              <p:nvPr/>
            </p:nvCxnSpPr>
            <p:spPr>
              <a:xfrm>
                <a:off x="548628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11" name="Google Shape;511;p16"/>
              <p:cNvCxnSpPr/>
              <p:nvPr/>
            </p:nvCxnSpPr>
            <p:spPr>
              <a:xfrm>
                <a:off x="457200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12" name="Google Shape;512;p16"/>
              <p:cNvCxnSpPr/>
              <p:nvPr/>
            </p:nvCxnSpPr>
            <p:spPr>
              <a:xfrm>
                <a:off x="594342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13" name="Google Shape;513;p16"/>
              <p:cNvCxnSpPr/>
              <p:nvPr/>
            </p:nvCxnSpPr>
            <p:spPr>
              <a:xfrm>
                <a:off x="640056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14" name="Google Shape;514;p16"/>
              <p:cNvCxnSpPr/>
              <p:nvPr/>
            </p:nvCxnSpPr>
            <p:spPr>
              <a:xfrm>
                <a:off x="6857701" y="0"/>
                <a:ext cx="0" cy="5143500"/>
              </a:xfrm>
              <a:prstGeom prst="straightConnector1">
                <a:avLst/>
              </a:prstGeom>
              <a:noFill/>
              <a:ln w="28575" cap="flat" cmpd="sng">
                <a:solidFill>
                  <a:schemeClr val="dk2"/>
                </a:solidFill>
                <a:prstDash val="solid"/>
                <a:round/>
                <a:headEnd type="none" w="med" len="med"/>
                <a:tailEnd type="none" w="med" len="med"/>
              </a:ln>
            </p:spPr>
          </p:cxnSp>
        </p:grpSp>
      </p:grpSp>
      <p:sp>
        <p:nvSpPr>
          <p:cNvPr id="515" name="Google Shape;515;p16"/>
          <p:cNvSpPr txBox="1">
            <a:spLocks noGrp="1"/>
          </p:cNvSpPr>
          <p:nvPr>
            <p:ph type="title"/>
          </p:nvPr>
        </p:nvSpPr>
        <p:spPr>
          <a:xfrm>
            <a:off x="791750" y="1870150"/>
            <a:ext cx="3856500" cy="581100"/>
          </a:xfrm>
          <a:prstGeom prst="rect">
            <a:avLst/>
          </a:prstGeom>
        </p:spPr>
        <p:txBody>
          <a:bodyPr spcFirstLastPara="1" wrap="square" lIns="91425" tIns="0" rIns="91425" bIns="91425" anchor="t" anchorCtr="0">
            <a:noAutofit/>
          </a:bodyPr>
          <a:lstStyle>
            <a:lvl1pPr lvl="0" algn="l"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516" name="Google Shape;516;p16"/>
          <p:cNvSpPr txBox="1">
            <a:spLocks noGrp="1"/>
          </p:cNvSpPr>
          <p:nvPr>
            <p:ph type="subTitle" idx="1"/>
          </p:nvPr>
        </p:nvSpPr>
        <p:spPr>
          <a:xfrm>
            <a:off x="791750" y="2527300"/>
            <a:ext cx="3856500" cy="115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17" name="Google Shape;517;p16"/>
          <p:cNvSpPr/>
          <p:nvPr/>
        </p:nvSpPr>
        <p:spPr>
          <a:xfrm rot="506393">
            <a:off x="6663495" y="3232410"/>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6"/>
          <p:cNvSpPr/>
          <p:nvPr/>
        </p:nvSpPr>
        <p:spPr>
          <a:xfrm rot="506393">
            <a:off x="4149520" y="183297"/>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9" name="Google Shape;519;p16"/>
          <p:cNvGrpSpPr/>
          <p:nvPr/>
        </p:nvGrpSpPr>
        <p:grpSpPr>
          <a:xfrm>
            <a:off x="771600" y="-1143075"/>
            <a:ext cx="2154000" cy="2154000"/>
            <a:chOff x="-567300" y="4225075"/>
            <a:chExt cx="2154000" cy="2154000"/>
          </a:xfrm>
        </p:grpSpPr>
        <p:sp>
          <p:nvSpPr>
            <p:cNvPr id="520" name="Google Shape;520;p16"/>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6"/>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6"/>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3" name="Google Shape;523;p16"/>
          <p:cNvGrpSpPr/>
          <p:nvPr/>
        </p:nvGrpSpPr>
        <p:grpSpPr>
          <a:xfrm>
            <a:off x="2967025" y="4089650"/>
            <a:ext cx="2154000" cy="2154000"/>
            <a:chOff x="-567300" y="4225075"/>
            <a:chExt cx="2154000" cy="2154000"/>
          </a:xfrm>
        </p:grpSpPr>
        <p:sp>
          <p:nvSpPr>
            <p:cNvPr id="524" name="Google Shape;524;p16"/>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6"/>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6"/>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3">
  <p:cSld name="CUSTOM_1_2_1_1">
    <p:spTree>
      <p:nvGrpSpPr>
        <p:cNvPr id="1" name="Shape 527"/>
        <p:cNvGrpSpPr/>
        <p:nvPr/>
      </p:nvGrpSpPr>
      <p:grpSpPr>
        <a:xfrm>
          <a:off x="0" y="0"/>
          <a:ext cx="0" cy="0"/>
          <a:chOff x="0" y="0"/>
          <a:chExt cx="0" cy="0"/>
        </a:xfrm>
      </p:grpSpPr>
      <p:grpSp>
        <p:nvGrpSpPr>
          <p:cNvPr id="528" name="Google Shape;528;p17"/>
          <p:cNvGrpSpPr/>
          <p:nvPr/>
        </p:nvGrpSpPr>
        <p:grpSpPr>
          <a:xfrm>
            <a:off x="-18357" y="0"/>
            <a:ext cx="9180713" cy="5143500"/>
            <a:chOff x="50" y="0"/>
            <a:chExt cx="9202800" cy="5143500"/>
          </a:xfrm>
        </p:grpSpPr>
        <p:cxnSp>
          <p:nvCxnSpPr>
            <p:cNvPr id="529" name="Google Shape;529;p17"/>
            <p:cNvCxnSpPr/>
            <p:nvPr/>
          </p:nvCxnSpPr>
          <p:spPr>
            <a:xfrm>
              <a:off x="4601450" y="-4028650"/>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530" name="Google Shape;530;p17"/>
            <p:cNvCxnSpPr/>
            <p:nvPr/>
          </p:nvCxnSpPr>
          <p:spPr>
            <a:xfrm>
              <a:off x="4601450" y="-3455894"/>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531" name="Google Shape;531;p17"/>
            <p:cNvCxnSpPr/>
            <p:nvPr/>
          </p:nvCxnSpPr>
          <p:spPr>
            <a:xfrm>
              <a:off x="4601450" y="-2883138"/>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532" name="Google Shape;532;p17"/>
            <p:cNvCxnSpPr/>
            <p:nvPr/>
          </p:nvCxnSpPr>
          <p:spPr>
            <a:xfrm>
              <a:off x="4601450" y="-2310381"/>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533" name="Google Shape;533;p17"/>
            <p:cNvCxnSpPr/>
            <p:nvPr/>
          </p:nvCxnSpPr>
          <p:spPr>
            <a:xfrm>
              <a:off x="4601450" y="-1737625"/>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534" name="Google Shape;534;p17"/>
            <p:cNvCxnSpPr/>
            <p:nvPr/>
          </p:nvCxnSpPr>
          <p:spPr>
            <a:xfrm>
              <a:off x="4601450" y="-1164869"/>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535" name="Google Shape;535;p17"/>
            <p:cNvCxnSpPr/>
            <p:nvPr/>
          </p:nvCxnSpPr>
          <p:spPr>
            <a:xfrm>
              <a:off x="4601450" y="-592113"/>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536" name="Google Shape;536;p17"/>
            <p:cNvCxnSpPr/>
            <p:nvPr/>
          </p:nvCxnSpPr>
          <p:spPr>
            <a:xfrm>
              <a:off x="4601450" y="-19356"/>
              <a:ext cx="0" cy="9202800"/>
            </a:xfrm>
            <a:prstGeom prst="straightConnector1">
              <a:avLst/>
            </a:prstGeom>
            <a:noFill/>
            <a:ln w="28575" cap="flat" cmpd="sng">
              <a:solidFill>
                <a:schemeClr val="dk2"/>
              </a:solidFill>
              <a:prstDash val="solid"/>
              <a:round/>
              <a:headEnd type="none" w="med" len="med"/>
              <a:tailEnd type="none" w="med" len="med"/>
            </a:ln>
          </p:spPr>
        </p:cxnSp>
        <p:grpSp>
          <p:nvGrpSpPr>
            <p:cNvPr id="537" name="Google Shape;537;p17"/>
            <p:cNvGrpSpPr/>
            <p:nvPr/>
          </p:nvGrpSpPr>
          <p:grpSpPr>
            <a:xfrm>
              <a:off x="573699" y="0"/>
              <a:ext cx="8018515" cy="5143500"/>
              <a:chOff x="457738" y="0"/>
              <a:chExt cx="6399964" cy="5143500"/>
            </a:xfrm>
          </p:grpSpPr>
          <p:cxnSp>
            <p:nvCxnSpPr>
              <p:cNvPr id="538" name="Google Shape;538;p17"/>
              <p:cNvCxnSpPr/>
              <p:nvPr/>
            </p:nvCxnSpPr>
            <p:spPr>
              <a:xfrm>
                <a:off x="45773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39" name="Google Shape;539;p17"/>
              <p:cNvCxnSpPr/>
              <p:nvPr/>
            </p:nvCxnSpPr>
            <p:spPr>
              <a:xfrm>
                <a:off x="91487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40" name="Google Shape;540;p17"/>
              <p:cNvCxnSpPr/>
              <p:nvPr/>
            </p:nvCxnSpPr>
            <p:spPr>
              <a:xfrm>
                <a:off x="137201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41" name="Google Shape;541;p17"/>
              <p:cNvCxnSpPr/>
              <p:nvPr/>
            </p:nvCxnSpPr>
            <p:spPr>
              <a:xfrm>
                <a:off x="182915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42" name="Google Shape;542;p17"/>
              <p:cNvCxnSpPr/>
              <p:nvPr/>
            </p:nvCxnSpPr>
            <p:spPr>
              <a:xfrm>
                <a:off x="228629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43" name="Google Shape;543;p17"/>
              <p:cNvCxnSpPr/>
              <p:nvPr/>
            </p:nvCxnSpPr>
            <p:spPr>
              <a:xfrm>
                <a:off x="274343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44" name="Google Shape;544;p17"/>
              <p:cNvCxnSpPr/>
              <p:nvPr/>
            </p:nvCxnSpPr>
            <p:spPr>
              <a:xfrm>
                <a:off x="320057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45" name="Google Shape;545;p17"/>
              <p:cNvCxnSpPr/>
              <p:nvPr/>
            </p:nvCxnSpPr>
            <p:spPr>
              <a:xfrm>
                <a:off x="365771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46" name="Google Shape;546;p17"/>
              <p:cNvCxnSpPr/>
              <p:nvPr/>
            </p:nvCxnSpPr>
            <p:spPr>
              <a:xfrm>
                <a:off x="411486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47" name="Google Shape;547;p17"/>
              <p:cNvCxnSpPr/>
              <p:nvPr/>
            </p:nvCxnSpPr>
            <p:spPr>
              <a:xfrm>
                <a:off x="502914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48" name="Google Shape;548;p17"/>
              <p:cNvCxnSpPr/>
              <p:nvPr/>
            </p:nvCxnSpPr>
            <p:spPr>
              <a:xfrm>
                <a:off x="548628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49" name="Google Shape;549;p17"/>
              <p:cNvCxnSpPr/>
              <p:nvPr/>
            </p:nvCxnSpPr>
            <p:spPr>
              <a:xfrm>
                <a:off x="457200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50" name="Google Shape;550;p17"/>
              <p:cNvCxnSpPr/>
              <p:nvPr/>
            </p:nvCxnSpPr>
            <p:spPr>
              <a:xfrm>
                <a:off x="594342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51" name="Google Shape;551;p17"/>
              <p:cNvCxnSpPr/>
              <p:nvPr/>
            </p:nvCxnSpPr>
            <p:spPr>
              <a:xfrm>
                <a:off x="640056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52" name="Google Shape;552;p17"/>
              <p:cNvCxnSpPr/>
              <p:nvPr/>
            </p:nvCxnSpPr>
            <p:spPr>
              <a:xfrm>
                <a:off x="6857701" y="0"/>
                <a:ext cx="0" cy="5143500"/>
              </a:xfrm>
              <a:prstGeom prst="straightConnector1">
                <a:avLst/>
              </a:prstGeom>
              <a:noFill/>
              <a:ln w="28575" cap="flat" cmpd="sng">
                <a:solidFill>
                  <a:schemeClr val="dk2"/>
                </a:solidFill>
                <a:prstDash val="solid"/>
                <a:round/>
                <a:headEnd type="none" w="med" len="med"/>
                <a:tailEnd type="none" w="med" len="med"/>
              </a:ln>
            </p:spPr>
          </p:cxnSp>
        </p:grpSp>
      </p:grpSp>
      <p:sp>
        <p:nvSpPr>
          <p:cNvPr id="553" name="Google Shape;553;p17"/>
          <p:cNvSpPr txBox="1">
            <a:spLocks noGrp="1"/>
          </p:cNvSpPr>
          <p:nvPr>
            <p:ph type="title"/>
          </p:nvPr>
        </p:nvSpPr>
        <p:spPr>
          <a:xfrm>
            <a:off x="3859850" y="1870150"/>
            <a:ext cx="4560300" cy="581100"/>
          </a:xfrm>
          <a:prstGeom prst="rect">
            <a:avLst/>
          </a:prstGeom>
        </p:spPr>
        <p:txBody>
          <a:bodyPr spcFirstLastPara="1" wrap="square" lIns="91425" tIns="0" rIns="91425" bIns="91425" anchor="t" anchorCtr="0">
            <a:noAutofit/>
          </a:bodyPr>
          <a:lstStyle>
            <a:lvl1pPr lvl="0" algn="r" rtl="0">
              <a:spcBef>
                <a:spcPts val="0"/>
              </a:spcBef>
              <a:spcAft>
                <a:spcPts val="0"/>
              </a:spcAft>
              <a:buSzPts val="3300"/>
              <a:buNone/>
              <a:defRPr/>
            </a:lvl1pPr>
            <a:lvl2pPr lvl="1" algn="r" rtl="0">
              <a:spcBef>
                <a:spcPts val="0"/>
              </a:spcBef>
              <a:spcAft>
                <a:spcPts val="0"/>
              </a:spcAft>
              <a:buSzPts val="3300"/>
              <a:buNone/>
              <a:defRPr/>
            </a:lvl2pPr>
            <a:lvl3pPr lvl="2" algn="r" rtl="0">
              <a:spcBef>
                <a:spcPts val="0"/>
              </a:spcBef>
              <a:spcAft>
                <a:spcPts val="0"/>
              </a:spcAft>
              <a:buSzPts val="3300"/>
              <a:buNone/>
              <a:defRPr/>
            </a:lvl3pPr>
            <a:lvl4pPr lvl="3" algn="r" rtl="0">
              <a:spcBef>
                <a:spcPts val="0"/>
              </a:spcBef>
              <a:spcAft>
                <a:spcPts val="0"/>
              </a:spcAft>
              <a:buSzPts val="3300"/>
              <a:buNone/>
              <a:defRPr/>
            </a:lvl4pPr>
            <a:lvl5pPr lvl="4" algn="r" rtl="0">
              <a:spcBef>
                <a:spcPts val="0"/>
              </a:spcBef>
              <a:spcAft>
                <a:spcPts val="0"/>
              </a:spcAft>
              <a:buSzPts val="3300"/>
              <a:buNone/>
              <a:defRPr/>
            </a:lvl5pPr>
            <a:lvl6pPr lvl="5" algn="r" rtl="0">
              <a:spcBef>
                <a:spcPts val="0"/>
              </a:spcBef>
              <a:spcAft>
                <a:spcPts val="0"/>
              </a:spcAft>
              <a:buSzPts val="3300"/>
              <a:buNone/>
              <a:defRPr/>
            </a:lvl6pPr>
            <a:lvl7pPr lvl="6" algn="r" rtl="0">
              <a:spcBef>
                <a:spcPts val="0"/>
              </a:spcBef>
              <a:spcAft>
                <a:spcPts val="0"/>
              </a:spcAft>
              <a:buSzPts val="3300"/>
              <a:buNone/>
              <a:defRPr/>
            </a:lvl7pPr>
            <a:lvl8pPr lvl="7" algn="r" rtl="0">
              <a:spcBef>
                <a:spcPts val="0"/>
              </a:spcBef>
              <a:spcAft>
                <a:spcPts val="0"/>
              </a:spcAft>
              <a:buSzPts val="3300"/>
              <a:buNone/>
              <a:defRPr/>
            </a:lvl8pPr>
            <a:lvl9pPr lvl="8" algn="r" rtl="0">
              <a:spcBef>
                <a:spcPts val="0"/>
              </a:spcBef>
              <a:spcAft>
                <a:spcPts val="0"/>
              </a:spcAft>
              <a:buSzPts val="3300"/>
              <a:buNone/>
              <a:defRPr/>
            </a:lvl9pPr>
          </a:lstStyle>
          <a:p>
            <a:endParaRPr/>
          </a:p>
        </p:txBody>
      </p:sp>
      <p:sp>
        <p:nvSpPr>
          <p:cNvPr id="554" name="Google Shape;554;p17"/>
          <p:cNvSpPr txBox="1">
            <a:spLocks noGrp="1"/>
          </p:cNvSpPr>
          <p:nvPr>
            <p:ph type="subTitle" idx="1"/>
          </p:nvPr>
        </p:nvSpPr>
        <p:spPr>
          <a:xfrm>
            <a:off x="3860100" y="2527300"/>
            <a:ext cx="4560300" cy="1152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555" name="Google Shape;555;p17"/>
          <p:cNvSpPr/>
          <p:nvPr/>
        </p:nvSpPr>
        <p:spPr>
          <a:xfrm rot="506393">
            <a:off x="289220" y="2993860"/>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7"/>
          <p:cNvSpPr/>
          <p:nvPr/>
        </p:nvSpPr>
        <p:spPr>
          <a:xfrm rot="506393">
            <a:off x="3669570" y="660722"/>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7" name="Google Shape;557;p17"/>
          <p:cNvGrpSpPr/>
          <p:nvPr/>
        </p:nvGrpSpPr>
        <p:grpSpPr>
          <a:xfrm>
            <a:off x="5646750" y="-1277250"/>
            <a:ext cx="2154000" cy="2154000"/>
            <a:chOff x="-567300" y="4225075"/>
            <a:chExt cx="2154000" cy="2154000"/>
          </a:xfrm>
        </p:grpSpPr>
        <p:sp>
          <p:nvSpPr>
            <p:cNvPr id="558" name="Google Shape;558;p17"/>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7"/>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7"/>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 name="Google Shape;561;p17"/>
          <p:cNvGrpSpPr/>
          <p:nvPr/>
        </p:nvGrpSpPr>
        <p:grpSpPr>
          <a:xfrm>
            <a:off x="5414900" y="4372925"/>
            <a:ext cx="2154000" cy="2154000"/>
            <a:chOff x="-567300" y="4225075"/>
            <a:chExt cx="2154000" cy="2154000"/>
          </a:xfrm>
        </p:grpSpPr>
        <p:sp>
          <p:nvSpPr>
            <p:cNvPr id="562" name="Google Shape;562;p17"/>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7"/>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7"/>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4">
  <p:cSld name="CUSTOM_1_2_1_2">
    <p:spTree>
      <p:nvGrpSpPr>
        <p:cNvPr id="1" name="Shape 565"/>
        <p:cNvGrpSpPr/>
        <p:nvPr/>
      </p:nvGrpSpPr>
      <p:grpSpPr>
        <a:xfrm>
          <a:off x="0" y="0"/>
          <a:ext cx="0" cy="0"/>
          <a:chOff x="0" y="0"/>
          <a:chExt cx="0" cy="0"/>
        </a:xfrm>
      </p:grpSpPr>
      <p:grpSp>
        <p:nvGrpSpPr>
          <p:cNvPr id="566" name="Google Shape;566;p18"/>
          <p:cNvGrpSpPr/>
          <p:nvPr/>
        </p:nvGrpSpPr>
        <p:grpSpPr>
          <a:xfrm>
            <a:off x="-18357" y="0"/>
            <a:ext cx="9180713" cy="5143500"/>
            <a:chOff x="50" y="0"/>
            <a:chExt cx="9202800" cy="5143500"/>
          </a:xfrm>
        </p:grpSpPr>
        <p:cxnSp>
          <p:nvCxnSpPr>
            <p:cNvPr id="567" name="Google Shape;567;p18"/>
            <p:cNvCxnSpPr/>
            <p:nvPr/>
          </p:nvCxnSpPr>
          <p:spPr>
            <a:xfrm>
              <a:off x="4601450" y="-4028650"/>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568" name="Google Shape;568;p18"/>
            <p:cNvCxnSpPr/>
            <p:nvPr/>
          </p:nvCxnSpPr>
          <p:spPr>
            <a:xfrm>
              <a:off x="4601450" y="-3455894"/>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569" name="Google Shape;569;p18"/>
            <p:cNvCxnSpPr/>
            <p:nvPr/>
          </p:nvCxnSpPr>
          <p:spPr>
            <a:xfrm>
              <a:off x="4601450" y="-2883138"/>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570" name="Google Shape;570;p18"/>
            <p:cNvCxnSpPr/>
            <p:nvPr/>
          </p:nvCxnSpPr>
          <p:spPr>
            <a:xfrm>
              <a:off x="4601450" y="-2310381"/>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571" name="Google Shape;571;p18"/>
            <p:cNvCxnSpPr/>
            <p:nvPr/>
          </p:nvCxnSpPr>
          <p:spPr>
            <a:xfrm>
              <a:off x="4601450" y="-1737625"/>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572" name="Google Shape;572;p18"/>
            <p:cNvCxnSpPr/>
            <p:nvPr/>
          </p:nvCxnSpPr>
          <p:spPr>
            <a:xfrm>
              <a:off x="4601450" y="-1164869"/>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573" name="Google Shape;573;p18"/>
            <p:cNvCxnSpPr/>
            <p:nvPr/>
          </p:nvCxnSpPr>
          <p:spPr>
            <a:xfrm>
              <a:off x="4601450" y="-592113"/>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574" name="Google Shape;574;p18"/>
            <p:cNvCxnSpPr/>
            <p:nvPr/>
          </p:nvCxnSpPr>
          <p:spPr>
            <a:xfrm>
              <a:off x="4601450" y="-19356"/>
              <a:ext cx="0" cy="9202800"/>
            </a:xfrm>
            <a:prstGeom prst="straightConnector1">
              <a:avLst/>
            </a:prstGeom>
            <a:noFill/>
            <a:ln w="28575" cap="flat" cmpd="sng">
              <a:solidFill>
                <a:schemeClr val="dk2"/>
              </a:solidFill>
              <a:prstDash val="solid"/>
              <a:round/>
              <a:headEnd type="none" w="med" len="med"/>
              <a:tailEnd type="none" w="med" len="med"/>
            </a:ln>
          </p:spPr>
        </p:cxnSp>
        <p:grpSp>
          <p:nvGrpSpPr>
            <p:cNvPr id="575" name="Google Shape;575;p18"/>
            <p:cNvGrpSpPr/>
            <p:nvPr/>
          </p:nvGrpSpPr>
          <p:grpSpPr>
            <a:xfrm>
              <a:off x="573699" y="0"/>
              <a:ext cx="8018515" cy="5143500"/>
              <a:chOff x="457738" y="0"/>
              <a:chExt cx="6399964" cy="5143500"/>
            </a:xfrm>
          </p:grpSpPr>
          <p:cxnSp>
            <p:nvCxnSpPr>
              <p:cNvPr id="576" name="Google Shape;576;p18"/>
              <p:cNvCxnSpPr/>
              <p:nvPr/>
            </p:nvCxnSpPr>
            <p:spPr>
              <a:xfrm>
                <a:off x="45773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77" name="Google Shape;577;p18"/>
              <p:cNvCxnSpPr/>
              <p:nvPr/>
            </p:nvCxnSpPr>
            <p:spPr>
              <a:xfrm>
                <a:off x="91487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78" name="Google Shape;578;p18"/>
              <p:cNvCxnSpPr/>
              <p:nvPr/>
            </p:nvCxnSpPr>
            <p:spPr>
              <a:xfrm>
                <a:off x="137201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79" name="Google Shape;579;p18"/>
              <p:cNvCxnSpPr/>
              <p:nvPr/>
            </p:nvCxnSpPr>
            <p:spPr>
              <a:xfrm>
                <a:off x="182915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80" name="Google Shape;580;p18"/>
              <p:cNvCxnSpPr/>
              <p:nvPr/>
            </p:nvCxnSpPr>
            <p:spPr>
              <a:xfrm>
                <a:off x="228629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81" name="Google Shape;581;p18"/>
              <p:cNvCxnSpPr/>
              <p:nvPr/>
            </p:nvCxnSpPr>
            <p:spPr>
              <a:xfrm>
                <a:off x="274343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82" name="Google Shape;582;p18"/>
              <p:cNvCxnSpPr/>
              <p:nvPr/>
            </p:nvCxnSpPr>
            <p:spPr>
              <a:xfrm>
                <a:off x="320057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83" name="Google Shape;583;p18"/>
              <p:cNvCxnSpPr/>
              <p:nvPr/>
            </p:nvCxnSpPr>
            <p:spPr>
              <a:xfrm>
                <a:off x="365771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84" name="Google Shape;584;p18"/>
              <p:cNvCxnSpPr/>
              <p:nvPr/>
            </p:nvCxnSpPr>
            <p:spPr>
              <a:xfrm>
                <a:off x="411486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85" name="Google Shape;585;p18"/>
              <p:cNvCxnSpPr/>
              <p:nvPr/>
            </p:nvCxnSpPr>
            <p:spPr>
              <a:xfrm>
                <a:off x="502914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86" name="Google Shape;586;p18"/>
              <p:cNvCxnSpPr/>
              <p:nvPr/>
            </p:nvCxnSpPr>
            <p:spPr>
              <a:xfrm>
                <a:off x="548628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87" name="Google Shape;587;p18"/>
              <p:cNvCxnSpPr/>
              <p:nvPr/>
            </p:nvCxnSpPr>
            <p:spPr>
              <a:xfrm>
                <a:off x="457200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88" name="Google Shape;588;p18"/>
              <p:cNvCxnSpPr/>
              <p:nvPr/>
            </p:nvCxnSpPr>
            <p:spPr>
              <a:xfrm>
                <a:off x="594342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89" name="Google Shape;589;p18"/>
              <p:cNvCxnSpPr/>
              <p:nvPr/>
            </p:nvCxnSpPr>
            <p:spPr>
              <a:xfrm>
                <a:off x="640056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590" name="Google Shape;590;p18"/>
              <p:cNvCxnSpPr/>
              <p:nvPr/>
            </p:nvCxnSpPr>
            <p:spPr>
              <a:xfrm>
                <a:off x="6857701" y="0"/>
                <a:ext cx="0" cy="5143500"/>
              </a:xfrm>
              <a:prstGeom prst="straightConnector1">
                <a:avLst/>
              </a:prstGeom>
              <a:noFill/>
              <a:ln w="28575" cap="flat" cmpd="sng">
                <a:solidFill>
                  <a:schemeClr val="dk2"/>
                </a:solidFill>
                <a:prstDash val="solid"/>
                <a:round/>
                <a:headEnd type="none" w="med" len="med"/>
                <a:tailEnd type="none" w="med" len="med"/>
              </a:ln>
            </p:spPr>
          </p:cxnSp>
        </p:grpSp>
      </p:grpSp>
      <p:sp>
        <p:nvSpPr>
          <p:cNvPr id="591" name="Google Shape;591;p18"/>
          <p:cNvSpPr txBox="1">
            <a:spLocks noGrp="1"/>
          </p:cNvSpPr>
          <p:nvPr>
            <p:ph type="title"/>
          </p:nvPr>
        </p:nvSpPr>
        <p:spPr>
          <a:xfrm>
            <a:off x="791750" y="1870150"/>
            <a:ext cx="3856500" cy="581100"/>
          </a:xfrm>
          <a:prstGeom prst="rect">
            <a:avLst/>
          </a:prstGeom>
        </p:spPr>
        <p:txBody>
          <a:bodyPr spcFirstLastPara="1" wrap="square" lIns="91425" tIns="0" rIns="91425" bIns="91425" anchor="t" anchorCtr="0">
            <a:noAutofit/>
          </a:bodyPr>
          <a:lstStyle>
            <a:lvl1pPr lvl="0" algn="l"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592" name="Google Shape;592;p18"/>
          <p:cNvSpPr txBox="1">
            <a:spLocks noGrp="1"/>
          </p:cNvSpPr>
          <p:nvPr>
            <p:ph type="subTitle" idx="1"/>
          </p:nvPr>
        </p:nvSpPr>
        <p:spPr>
          <a:xfrm>
            <a:off x="791750" y="2527300"/>
            <a:ext cx="3856500" cy="115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3" name="Google Shape;593;p18"/>
          <p:cNvSpPr/>
          <p:nvPr/>
        </p:nvSpPr>
        <p:spPr>
          <a:xfrm rot="506393">
            <a:off x="6663495" y="3232410"/>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8"/>
          <p:cNvSpPr/>
          <p:nvPr/>
        </p:nvSpPr>
        <p:spPr>
          <a:xfrm rot="506393">
            <a:off x="4149520" y="183297"/>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5" name="Google Shape;595;p18"/>
          <p:cNvGrpSpPr/>
          <p:nvPr/>
        </p:nvGrpSpPr>
        <p:grpSpPr>
          <a:xfrm>
            <a:off x="771600" y="-1143075"/>
            <a:ext cx="2154000" cy="2154000"/>
            <a:chOff x="-567300" y="4225075"/>
            <a:chExt cx="2154000" cy="2154000"/>
          </a:xfrm>
        </p:grpSpPr>
        <p:sp>
          <p:nvSpPr>
            <p:cNvPr id="596" name="Google Shape;596;p18"/>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8"/>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8"/>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9" name="Google Shape;599;p18"/>
          <p:cNvGrpSpPr/>
          <p:nvPr/>
        </p:nvGrpSpPr>
        <p:grpSpPr>
          <a:xfrm>
            <a:off x="2967025" y="4089650"/>
            <a:ext cx="2154000" cy="2154000"/>
            <a:chOff x="-567300" y="4225075"/>
            <a:chExt cx="2154000" cy="2154000"/>
          </a:xfrm>
        </p:grpSpPr>
        <p:sp>
          <p:nvSpPr>
            <p:cNvPr id="600" name="Google Shape;600;p18"/>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8"/>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8"/>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5">
  <p:cSld name="CUSTOM_1_2_1_2_1">
    <p:spTree>
      <p:nvGrpSpPr>
        <p:cNvPr id="1" name="Shape 603"/>
        <p:cNvGrpSpPr/>
        <p:nvPr/>
      </p:nvGrpSpPr>
      <p:grpSpPr>
        <a:xfrm>
          <a:off x="0" y="0"/>
          <a:ext cx="0" cy="0"/>
          <a:chOff x="0" y="0"/>
          <a:chExt cx="0" cy="0"/>
        </a:xfrm>
      </p:grpSpPr>
      <p:grpSp>
        <p:nvGrpSpPr>
          <p:cNvPr id="604" name="Google Shape;604;p19"/>
          <p:cNvGrpSpPr/>
          <p:nvPr/>
        </p:nvGrpSpPr>
        <p:grpSpPr>
          <a:xfrm>
            <a:off x="-18357" y="0"/>
            <a:ext cx="9180713" cy="5143500"/>
            <a:chOff x="50" y="0"/>
            <a:chExt cx="9202800" cy="5143500"/>
          </a:xfrm>
        </p:grpSpPr>
        <p:cxnSp>
          <p:nvCxnSpPr>
            <p:cNvPr id="605" name="Google Shape;605;p19"/>
            <p:cNvCxnSpPr/>
            <p:nvPr/>
          </p:nvCxnSpPr>
          <p:spPr>
            <a:xfrm>
              <a:off x="4601450" y="-4028650"/>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606" name="Google Shape;606;p19"/>
            <p:cNvCxnSpPr/>
            <p:nvPr/>
          </p:nvCxnSpPr>
          <p:spPr>
            <a:xfrm>
              <a:off x="4601450" y="-3455894"/>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607" name="Google Shape;607;p19"/>
            <p:cNvCxnSpPr/>
            <p:nvPr/>
          </p:nvCxnSpPr>
          <p:spPr>
            <a:xfrm>
              <a:off x="4601450" y="-2883138"/>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608" name="Google Shape;608;p19"/>
            <p:cNvCxnSpPr/>
            <p:nvPr/>
          </p:nvCxnSpPr>
          <p:spPr>
            <a:xfrm>
              <a:off x="4601450" y="-2310381"/>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609" name="Google Shape;609;p19"/>
            <p:cNvCxnSpPr/>
            <p:nvPr/>
          </p:nvCxnSpPr>
          <p:spPr>
            <a:xfrm>
              <a:off x="4601450" y="-1737625"/>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610" name="Google Shape;610;p19"/>
            <p:cNvCxnSpPr/>
            <p:nvPr/>
          </p:nvCxnSpPr>
          <p:spPr>
            <a:xfrm>
              <a:off x="4601450" y="-1164869"/>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611" name="Google Shape;611;p19"/>
            <p:cNvCxnSpPr/>
            <p:nvPr/>
          </p:nvCxnSpPr>
          <p:spPr>
            <a:xfrm>
              <a:off x="4601450" y="-592113"/>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612" name="Google Shape;612;p19"/>
            <p:cNvCxnSpPr/>
            <p:nvPr/>
          </p:nvCxnSpPr>
          <p:spPr>
            <a:xfrm>
              <a:off x="4601450" y="-19356"/>
              <a:ext cx="0" cy="9202800"/>
            </a:xfrm>
            <a:prstGeom prst="straightConnector1">
              <a:avLst/>
            </a:prstGeom>
            <a:noFill/>
            <a:ln w="28575" cap="flat" cmpd="sng">
              <a:solidFill>
                <a:schemeClr val="dk2"/>
              </a:solidFill>
              <a:prstDash val="solid"/>
              <a:round/>
              <a:headEnd type="none" w="med" len="med"/>
              <a:tailEnd type="none" w="med" len="med"/>
            </a:ln>
          </p:spPr>
        </p:cxnSp>
        <p:grpSp>
          <p:nvGrpSpPr>
            <p:cNvPr id="613" name="Google Shape;613;p19"/>
            <p:cNvGrpSpPr/>
            <p:nvPr/>
          </p:nvGrpSpPr>
          <p:grpSpPr>
            <a:xfrm>
              <a:off x="573699" y="0"/>
              <a:ext cx="8018515" cy="5143500"/>
              <a:chOff x="457738" y="0"/>
              <a:chExt cx="6399964" cy="5143500"/>
            </a:xfrm>
          </p:grpSpPr>
          <p:cxnSp>
            <p:nvCxnSpPr>
              <p:cNvPr id="614" name="Google Shape;614;p19"/>
              <p:cNvCxnSpPr/>
              <p:nvPr/>
            </p:nvCxnSpPr>
            <p:spPr>
              <a:xfrm>
                <a:off x="45773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15" name="Google Shape;615;p19"/>
              <p:cNvCxnSpPr/>
              <p:nvPr/>
            </p:nvCxnSpPr>
            <p:spPr>
              <a:xfrm>
                <a:off x="91487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16" name="Google Shape;616;p19"/>
              <p:cNvCxnSpPr/>
              <p:nvPr/>
            </p:nvCxnSpPr>
            <p:spPr>
              <a:xfrm>
                <a:off x="137201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17" name="Google Shape;617;p19"/>
              <p:cNvCxnSpPr/>
              <p:nvPr/>
            </p:nvCxnSpPr>
            <p:spPr>
              <a:xfrm>
                <a:off x="182915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18" name="Google Shape;618;p19"/>
              <p:cNvCxnSpPr/>
              <p:nvPr/>
            </p:nvCxnSpPr>
            <p:spPr>
              <a:xfrm>
                <a:off x="228629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19" name="Google Shape;619;p19"/>
              <p:cNvCxnSpPr/>
              <p:nvPr/>
            </p:nvCxnSpPr>
            <p:spPr>
              <a:xfrm>
                <a:off x="274343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20" name="Google Shape;620;p19"/>
              <p:cNvCxnSpPr/>
              <p:nvPr/>
            </p:nvCxnSpPr>
            <p:spPr>
              <a:xfrm>
                <a:off x="320057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21" name="Google Shape;621;p19"/>
              <p:cNvCxnSpPr/>
              <p:nvPr/>
            </p:nvCxnSpPr>
            <p:spPr>
              <a:xfrm>
                <a:off x="365771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22" name="Google Shape;622;p19"/>
              <p:cNvCxnSpPr/>
              <p:nvPr/>
            </p:nvCxnSpPr>
            <p:spPr>
              <a:xfrm>
                <a:off x="411486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23" name="Google Shape;623;p19"/>
              <p:cNvCxnSpPr/>
              <p:nvPr/>
            </p:nvCxnSpPr>
            <p:spPr>
              <a:xfrm>
                <a:off x="502914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24" name="Google Shape;624;p19"/>
              <p:cNvCxnSpPr/>
              <p:nvPr/>
            </p:nvCxnSpPr>
            <p:spPr>
              <a:xfrm>
                <a:off x="548628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25" name="Google Shape;625;p19"/>
              <p:cNvCxnSpPr/>
              <p:nvPr/>
            </p:nvCxnSpPr>
            <p:spPr>
              <a:xfrm>
                <a:off x="457200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26" name="Google Shape;626;p19"/>
              <p:cNvCxnSpPr/>
              <p:nvPr/>
            </p:nvCxnSpPr>
            <p:spPr>
              <a:xfrm>
                <a:off x="594342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27" name="Google Shape;627;p19"/>
              <p:cNvCxnSpPr/>
              <p:nvPr/>
            </p:nvCxnSpPr>
            <p:spPr>
              <a:xfrm>
                <a:off x="640056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28" name="Google Shape;628;p19"/>
              <p:cNvCxnSpPr/>
              <p:nvPr/>
            </p:nvCxnSpPr>
            <p:spPr>
              <a:xfrm>
                <a:off x="6857701" y="0"/>
                <a:ext cx="0" cy="5143500"/>
              </a:xfrm>
              <a:prstGeom prst="straightConnector1">
                <a:avLst/>
              </a:prstGeom>
              <a:noFill/>
              <a:ln w="28575" cap="flat" cmpd="sng">
                <a:solidFill>
                  <a:schemeClr val="dk2"/>
                </a:solidFill>
                <a:prstDash val="solid"/>
                <a:round/>
                <a:headEnd type="none" w="med" len="med"/>
                <a:tailEnd type="none" w="med" len="med"/>
              </a:ln>
            </p:spPr>
          </p:cxnSp>
        </p:grpSp>
      </p:grpSp>
      <p:sp>
        <p:nvSpPr>
          <p:cNvPr id="629" name="Google Shape;629;p19"/>
          <p:cNvSpPr txBox="1">
            <a:spLocks noGrp="1"/>
          </p:cNvSpPr>
          <p:nvPr>
            <p:ph type="title"/>
          </p:nvPr>
        </p:nvSpPr>
        <p:spPr>
          <a:xfrm>
            <a:off x="715550" y="1793950"/>
            <a:ext cx="5682000" cy="581100"/>
          </a:xfrm>
          <a:prstGeom prst="rect">
            <a:avLst/>
          </a:prstGeom>
        </p:spPr>
        <p:txBody>
          <a:bodyPr spcFirstLastPara="1" wrap="square" lIns="91425" tIns="0" rIns="91425" bIns="91425" anchor="t" anchorCtr="0">
            <a:noAutofit/>
          </a:bodyPr>
          <a:lstStyle>
            <a:lvl1pPr lvl="0" algn="l"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630" name="Google Shape;630;p19"/>
          <p:cNvSpPr txBox="1">
            <a:spLocks noGrp="1"/>
          </p:cNvSpPr>
          <p:nvPr>
            <p:ph type="subTitle" idx="1"/>
          </p:nvPr>
        </p:nvSpPr>
        <p:spPr>
          <a:xfrm>
            <a:off x="715550" y="2451100"/>
            <a:ext cx="5682000" cy="1152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31" name="Google Shape;631;p19"/>
          <p:cNvSpPr/>
          <p:nvPr/>
        </p:nvSpPr>
        <p:spPr>
          <a:xfrm rot="506393">
            <a:off x="6663495" y="3232410"/>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19"/>
          <p:cNvSpPr/>
          <p:nvPr/>
        </p:nvSpPr>
        <p:spPr>
          <a:xfrm rot="506393">
            <a:off x="4149520" y="183297"/>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3" name="Google Shape;633;p19"/>
          <p:cNvGrpSpPr/>
          <p:nvPr/>
        </p:nvGrpSpPr>
        <p:grpSpPr>
          <a:xfrm>
            <a:off x="771600" y="-1143075"/>
            <a:ext cx="2154000" cy="2154000"/>
            <a:chOff x="-567300" y="4225075"/>
            <a:chExt cx="2154000" cy="2154000"/>
          </a:xfrm>
        </p:grpSpPr>
        <p:sp>
          <p:nvSpPr>
            <p:cNvPr id="634" name="Google Shape;634;p19"/>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9"/>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9"/>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 name="Google Shape;637;p19"/>
          <p:cNvGrpSpPr/>
          <p:nvPr/>
        </p:nvGrpSpPr>
        <p:grpSpPr>
          <a:xfrm>
            <a:off x="3712475" y="4313275"/>
            <a:ext cx="2154000" cy="2154000"/>
            <a:chOff x="-567300" y="4225075"/>
            <a:chExt cx="2154000" cy="2154000"/>
          </a:xfrm>
        </p:grpSpPr>
        <p:sp>
          <p:nvSpPr>
            <p:cNvPr id="638" name="Google Shape;638;p19"/>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19"/>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9"/>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6">
  <p:cSld name="CUSTOM_1_2_1_2_1_1">
    <p:spTree>
      <p:nvGrpSpPr>
        <p:cNvPr id="1" name="Shape 641"/>
        <p:cNvGrpSpPr/>
        <p:nvPr/>
      </p:nvGrpSpPr>
      <p:grpSpPr>
        <a:xfrm>
          <a:off x="0" y="0"/>
          <a:ext cx="0" cy="0"/>
          <a:chOff x="0" y="0"/>
          <a:chExt cx="0" cy="0"/>
        </a:xfrm>
      </p:grpSpPr>
      <p:grpSp>
        <p:nvGrpSpPr>
          <p:cNvPr id="642" name="Google Shape;642;p20"/>
          <p:cNvGrpSpPr/>
          <p:nvPr/>
        </p:nvGrpSpPr>
        <p:grpSpPr>
          <a:xfrm>
            <a:off x="-18357" y="0"/>
            <a:ext cx="9180713" cy="5143500"/>
            <a:chOff x="50" y="0"/>
            <a:chExt cx="9202800" cy="5143500"/>
          </a:xfrm>
        </p:grpSpPr>
        <p:cxnSp>
          <p:nvCxnSpPr>
            <p:cNvPr id="643" name="Google Shape;643;p20"/>
            <p:cNvCxnSpPr/>
            <p:nvPr/>
          </p:nvCxnSpPr>
          <p:spPr>
            <a:xfrm>
              <a:off x="4601450" y="-4028650"/>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644" name="Google Shape;644;p20"/>
            <p:cNvCxnSpPr/>
            <p:nvPr/>
          </p:nvCxnSpPr>
          <p:spPr>
            <a:xfrm>
              <a:off x="4601450" y="-3455894"/>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645" name="Google Shape;645;p20"/>
            <p:cNvCxnSpPr/>
            <p:nvPr/>
          </p:nvCxnSpPr>
          <p:spPr>
            <a:xfrm>
              <a:off x="4601450" y="-2883138"/>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646" name="Google Shape;646;p20"/>
            <p:cNvCxnSpPr/>
            <p:nvPr/>
          </p:nvCxnSpPr>
          <p:spPr>
            <a:xfrm>
              <a:off x="4601450" y="-2310381"/>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647" name="Google Shape;647;p20"/>
            <p:cNvCxnSpPr/>
            <p:nvPr/>
          </p:nvCxnSpPr>
          <p:spPr>
            <a:xfrm>
              <a:off x="4601450" y="-1737625"/>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648" name="Google Shape;648;p20"/>
            <p:cNvCxnSpPr/>
            <p:nvPr/>
          </p:nvCxnSpPr>
          <p:spPr>
            <a:xfrm>
              <a:off x="4601450" y="-1164869"/>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649" name="Google Shape;649;p20"/>
            <p:cNvCxnSpPr/>
            <p:nvPr/>
          </p:nvCxnSpPr>
          <p:spPr>
            <a:xfrm>
              <a:off x="4601450" y="-592113"/>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650" name="Google Shape;650;p20"/>
            <p:cNvCxnSpPr/>
            <p:nvPr/>
          </p:nvCxnSpPr>
          <p:spPr>
            <a:xfrm>
              <a:off x="4601450" y="-19356"/>
              <a:ext cx="0" cy="9202800"/>
            </a:xfrm>
            <a:prstGeom prst="straightConnector1">
              <a:avLst/>
            </a:prstGeom>
            <a:noFill/>
            <a:ln w="28575" cap="flat" cmpd="sng">
              <a:solidFill>
                <a:schemeClr val="dk2"/>
              </a:solidFill>
              <a:prstDash val="solid"/>
              <a:round/>
              <a:headEnd type="none" w="med" len="med"/>
              <a:tailEnd type="none" w="med" len="med"/>
            </a:ln>
          </p:spPr>
        </p:cxnSp>
        <p:grpSp>
          <p:nvGrpSpPr>
            <p:cNvPr id="651" name="Google Shape;651;p20"/>
            <p:cNvGrpSpPr/>
            <p:nvPr/>
          </p:nvGrpSpPr>
          <p:grpSpPr>
            <a:xfrm>
              <a:off x="573699" y="0"/>
              <a:ext cx="8018515" cy="5143500"/>
              <a:chOff x="457738" y="0"/>
              <a:chExt cx="6399964" cy="5143500"/>
            </a:xfrm>
          </p:grpSpPr>
          <p:cxnSp>
            <p:nvCxnSpPr>
              <p:cNvPr id="652" name="Google Shape;652;p20"/>
              <p:cNvCxnSpPr/>
              <p:nvPr/>
            </p:nvCxnSpPr>
            <p:spPr>
              <a:xfrm>
                <a:off x="45773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53" name="Google Shape;653;p20"/>
              <p:cNvCxnSpPr/>
              <p:nvPr/>
            </p:nvCxnSpPr>
            <p:spPr>
              <a:xfrm>
                <a:off x="91487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54" name="Google Shape;654;p20"/>
              <p:cNvCxnSpPr/>
              <p:nvPr/>
            </p:nvCxnSpPr>
            <p:spPr>
              <a:xfrm>
                <a:off x="137201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55" name="Google Shape;655;p20"/>
              <p:cNvCxnSpPr/>
              <p:nvPr/>
            </p:nvCxnSpPr>
            <p:spPr>
              <a:xfrm>
                <a:off x="182915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56" name="Google Shape;656;p20"/>
              <p:cNvCxnSpPr/>
              <p:nvPr/>
            </p:nvCxnSpPr>
            <p:spPr>
              <a:xfrm>
                <a:off x="228629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57" name="Google Shape;657;p20"/>
              <p:cNvCxnSpPr/>
              <p:nvPr/>
            </p:nvCxnSpPr>
            <p:spPr>
              <a:xfrm>
                <a:off x="274343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58" name="Google Shape;658;p20"/>
              <p:cNvCxnSpPr/>
              <p:nvPr/>
            </p:nvCxnSpPr>
            <p:spPr>
              <a:xfrm>
                <a:off x="320057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59" name="Google Shape;659;p20"/>
              <p:cNvCxnSpPr/>
              <p:nvPr/>
            </p:nvCxnSpPr>
            <p:spPr>
              <a:xfrm>
                <a:off x="365771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60" name="Google Shape;660;p20"/>
              <p:cNvCxnSpPr/>
              <p:nvPr/>
            </p:nvCxnSpPr>
            <p:spPr>
              <a:xfrm>
                <a:off x="411486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61" name="Google Shape;661;p20"/>
              <p:cNvCxnSpPr/>
              <p:nvPr/>
            </p:nvCxnSpPr>
            <p:spPr>
              <a:xfrm>
                <a:off x="502914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62" name="Google Shape;662;p20"/>
              <p:cNvCxnSpPr/>
              <p:nvPr/>
            </p:nvCxnSpPr>
            <p:spPr>
              <a:xfrm>
                <a:off x="548628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63" name="Google Shape;663;p20"/>
              <p:cNvCxnSpPr/>
              <p:nvPr/>
            </p:nvCxnSpPr>
            <p:spPr>
              <a:xfrm>
                <a:off x="457200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64" name="Google Shape;664;p20"/>
              <p:cNvCxnSpPr/>
              <p:nvPr/>
            </p:nvCxnSpPr>
            <p:spPr>
              <a:xfrm>
                <a:off x="594342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65" name="Google Shape;665;p20"/>
              <p:cNvCxnSpPr/>
              <p:nvPr/>
            </p:nvCxnSpPr>
            <p:spPr>
              <a:xfrm>
                <a:off x="640056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666" name="Google Shape;666;p20"/>
              <p:cNvCxnSpPr/>
              <p:nvPr/>
            </p:nvCxnSpPr>
            <p:spPr>
              <a:xfrm>
                <a:off x="6857701" y="0"/>
                <a:ext cx="0" cy="5143500"/>
              </a:xfrm>
              <a:prstGeom prst="straightConnector1">
                <a:avLst/>
              </a:prstGeom>
              <a:noFill/>
              <a:ln w="28575" cap="flat" cmpd="sng">
                <a:solidFill>
                  <a:schemeClr val="dk2"/>
                </a:solidFill>
                <a:prstDash val="solid"/>
                <a:round/>
                <a:headEnd type="none" w="med" len="med"/>
                <a:tailEnd type="none" w="med" len="med"/>
              </a:ln>
            </p:spPr>
          </p:cxnSp>
        </p:grpSp>
      </p:grpSp>
      <p:sp>
        <p:nvSpPr>
          <p:cNvPr id="667" name="Google Shape;667;p20"/>
          <p:cNvSpPr txBox="1">
            <a:spLocks noGrp="1"/>
          </p:cNvSpPr>
          <p:nvPr>
            <p:ph type="title"/>
          </p:nvPr>
        </p:nvSpPr>
        <p:spPr>
          <a:xfrm>
            <a:off x="2549450" y="1424345"/>
            <a:ext cx="5879100" cy="581100"/>
          </a:xfrm>
          <a:prstGeom prst="rect">
            <a:avLst/>
          </a:prstGeom>
        </p:spPr>
        <p:txBody>
          <a:bodyPr spcFirstLastPara="1" wrap="square" lIns="91425" tIns="0" rIns="91425" bIns="91425" anchor="t" anchorCtr="0">
            <a:noAutofit/>
          </a:bodyPr>
          <a:lstStyle>
            <a:lvl1pPr lvl="0" algn="r"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668" name="Google Shape;668;p20"/>
          <p:cNvSpPr txBox="1">
            <a:spLocks noGrp="1"/>
          </p:cNvSpPr>
          <p:nvPr>
            <p:ph type="subTitle" idx="1"/>
          </p:nvPr>
        </p:nvSpPr>
        <p:spPr>
          <a:xfrm>
            <a:off x="2549525" y="2215895"/>
            <a:ext cx="5879100" cy="174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9" name="Google Shape;669;p20"/>
          <p:cNvSpPr/>
          <p:nvPr/>
        </p:nvSpPr>
        <p:spPr>
          <a:xfrm rot="506393">
            <a:off x="6663495" y="3232410"/>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0"/>
          <p:cNvSpPr/>
          <p:nvPr/>
        </p:nvSpPr>
        <p:spPr>
          <a:xfrm rot="506393">
            <a:off x="4149520" y="183297"/>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1" name="Google Shape;671;p20"/>
          <p:cNvGrpSpPr/>
          <p:nvPr/>
        </p:nvGrpSpPr>
        <p:grpSpPr>
          <a:xfrm>
            <a:off x="511750" y="-931925"/>
            <a:ext cx="2154000" cy="2154000"/>
            <a:chOff x="-567300" y="4225075"/>
            <a:chExt cx="2154000" cy="2154000"/>
          </a:xfrm>
        </p:grpSpPr>
        <p:sp>
          <p:nvSpPr>
            <p:cNvPr id="672" name="Google Shape;672;p20"/>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0"/>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0"/>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5" name="Google Shape;675;p20"/>
          <p:cNvGrpSpPr/>
          <p:nvPr/>
        </p:nvGrpSpPr>
        <p:grpSpPr>
          <a:xfrm>
            <a:off x="4384275" y="4317050"/>
            <a:ext cx="2154000" cy="2154000"/>
            <a:chOff x="-567300" y="4225075"/>
            <a:chExt cx="2154000" cy="2154000"/>
          </a:xfrm>
        </p:grpSpPr>
        <p:sp>
          <p:nvSpPr>
            <p:cNvPr id="676" name="Google Shape;676;p20"/>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0"/>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0"/>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p:cSld name="CUSTOM_5">
    <p:spTree>
      <p:nvGrpSpPr>
        <p:cNvPr id="1" name="Shape 1433"/>
        <p:cNvGrpSpPr/>
        <p:nvPr/>
      </p:nvGrpSpPr>
      <p:grpSpPr>
        <a:xfrm>
          <a:off x="0" y="0"/>
          <a:ext cx="0" cy="0"/>
          <a:chOff x="0" y="0"/>
          <a:chExt cx="0" cy="0"/>
        </a:xfrm>
      </p:grpSpPr>
      <p:grpSp>
        <p:nvGrpSpPr>
          <p:cNvPr id="1434" name="Google Shape;1434;p40"/>
          <p:cNvGrpSpPr/>
          <p:nvPr/>
        </p:nvGrpSpPr>
        <p:grpSpPr>
          <a:xfrm>
            <a:off x="-18357" y="0"/>
            <a:ext cx="9180713" cy="5143500"/>
            <a:chOff x="50" y="0"/>
            <a:chExt cx="9202800" cy="5143500"/>
          </a:xfrm>
        </p:grpSpPr>
        <p:cxnSp>
          <p:nvCxnSpPr>
            <p:cNvPr id="1435" name="Google Shape;1435;p40"/>
            <p:cNvCxnSpPr/>
            <p:nvPr/>
          </p:nvCxnSpPr>
          <p:spPr>
            <a:xfrm>
              <a:off x="4601450" y="-4028650"/>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436" name="Google Shape;1436;p40"/>
            <p:cNvCxnSpPr/>
            <p:nvPr/>
          </p:nvCxnSpPr>
          <p:spPr>
            <a:xfrm>
              <a:off x="4601450" y="-3455894"/>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437" name="Google Shape;1437;p40"/>
            <p:cNvCxnSpPr/>
            <p:nvPr/>
          </p:nvCxnSpPr>
          <p:spPr>
            <a:xfrm>
              <a:off x="4601450" y="-2883138"/>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438" name="Google Shape;1438;p40"/>
            <p:cNvCxnSpPr/>
            <p:nvPr/>
          </p:nvCxnSpPr>
          <p:spPr>
            <a:xfrm>
              <a:off x="4601450" y="-2310381"/>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439" name="Google Shape;1439;p40"/>
            <p:cNvCxnSpPr/>
            <p:nvPr/>
          </p:nvCxnSpPr>
          <p:spPr>
            <a:xfrm>
              <a:off x="4601450" y="-1737625"/>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440" name="Google Shape;1440;p40"/>
            <p:cNvCxnSpPr/>
            <p:nvPr/>
          </p:nvCxnSpPr>
          <p:spPr>
            <a:xfrm>
              <a:off x="4601450" y="-1164869"/>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441" name="Google Shape;1441;p40"/>
            <p:cNvCxnSpPr/>
            <p:nvPr/>
          </p:nvCxnSpPr>
          <p:spPr>
            <a:xfrm>
              <a:off x="4601450" y="-592113"/>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442" name="Google Shape;1442;p40"/>
            <p:cNvCxnSpPr/>
            <p:nvPr/>
          </p:nvCxnSpPr>
          <p:spPr>
            <a:xfrm>
              <a:off x="4601450" y="-19356"/>
              <a:ext cx="0" cy="9202800"/>
            </a:xfrm>
            <a:prstGeom prst="straightConnector1">
              <a:avLst/>
            </a:prstGeom>
            <a:noFill/>
            <a:ln w="28575" cap="flat" cmpd="sng">
              <a:solidFill>
                <a:schemeClr val="dk2"/>
              </a:solidFill>
              <a:prstDash val="solid"/>
              <a:round/>
              <a:headEnd type="none" w="med" len="med"/>
              <a:tailEnd type="none" w="med" len="med"/>
            </a:ln>
          </p:spPr>
        </p:cxnSp>
        <p:grpSp>
          <p:nvGrpSpPr>
            <p:cNvPr id="1443" name="Google Shape;1443;p40"/>
            <p:cNvGrpSpPr/>
            <p:nvPr/>
          </p:nvGrpSpPr>
          <p:grpSpPr>
            <a:xfrm>
              <a:off x="573699" y="0"/>
              <a:ext cx="8018515" cy="5143500"/>
              <a:chOff x="457738" y="0"/>
              <a:chExt cx="6399964" cy="5143500"/>
            </a:xfrm>
          </p:grpSpPr>
          <p:cxnSp>
            <p:nvCxnSpPr>
              <p:cNvPr id="1444" name="Google Shape;1444;p40"/>
              <p:cNvCxnSpPr/>
              <p:nvPr/>
            </p:nvCxnSpPr>
            <p:spPr>
              <a:xfrm>
                <a:off x="45773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45" name="Google Shape;1445;p40"/>
              <p:cNvCxnSpPr/>
              <p:nvPr/>
            </p:nvCxnSpPr>
            <p:spPr>
              <a:xfrm>
                <a:off x="91487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46" name="Google Shape;1446;p40"/>
              <p:cNvCxnSpPr/>
              <p:nvPr/>
            </p:nvCxnSpPr>
            <p:spPr>
              <a:xfrm>
                <a:off x="137201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47" name="Google Shape;1447;p40"/>
              <p:cNvCxnSpPr/>
              <p:nvPr/>
            </p:nvCxnSpPr>
            <p:spPr>
              <a:xfrm>
                <a:off x="182915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48" name="Google Shape;1448;p40"/>
              <p:cNvCxnSpPr/>
              <p:nvPr/>
            </p:nvCxnSpPr>
            <p:spPr>
              <a:xfrm>
                <a:off x="228629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49" name="Google Shape;1449;p40"/>
              <p:cNvCxnSpPr/>
              <p:nvPr/>
            </p:nvCxnSpPr>
            <p:spPr>
              <a:xfrm>
                <a:off x="274343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50" name="Google Shape;1450;p40"/>
              <p:cNvCxnSpPr/>
              <p:nvPr/>
            </p:nvCxnSpPr>
            <p:spPr>
              <a:xfrm>
                <a:off x="320057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51" name="Google Shape;1451;p40"/>
              <p:cNvCxnSpPr/>
              <p:nvPr/>
            </p:nvCxnSpPr>
            <p:spPr>
              <a:xfrm>
                <a:off x="365771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52" name="Google Shape;1452;p40"/>
              <p:cNvCxnSpPr/>
              <p:nvPr/>
            </p:nvCxnSpPr>
            <p:spPr>
              <a:xfrm>
                <a:off x="411486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53" name="Google Shape;1453;p40"/>
              <p:cNvCxnSpPr/>
              <p:nvPr/>
            </p:nvCxnSpPr>
            <p:spPr>
              <a:xfrm>
                <a:off x="502914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54" name="Google Shape;1454;p40"/>
              <p:cNvCxnSpPr/>
              <p:nvPr/>
            </p:nvCxnSpPr>
            <p:spPr>
              <a:xfrm>
                <a:off x="548628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55" name="Google Shape;1455;p40"/>
              <p:cNvCxnSpPr/>
              <p:nvPr/>
            </p:nvCxnSpPr>
            <p:spPr>
              <a:xfrm>
                <a:off x="457200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56" name="Google Shape;1456;p40"/>
              <p:cNvCxnSpPr/>
              <p:nvPr/>
            </p:nvCxnSpPr>
            <p:spPr>
              <a:xfrm>
                <a:off x="594342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57" name="Google Shape;1457;p40"/>
              <p:cNvCxnSpPr/>
              <p:nvPr/>
            </p:nvCxnSpPr>
            <p:spPr>
              <a:xfrm>
                <a:off x="640056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58" name="Google Shape;1458;p40"/>
              <p:cNvCxnSpPr/>
              <p:nvPr/>
            </p:nvCxnSpPr>
            <p:spPr>
              <a:xfrm>
                <a:off x="6857701" y="0"/>
                <a:ext cx="0" cy="5143500"/>
              </a:xfrm>
              <a:prstGeom prst="straightConnector1">
                <a:avLst/>
              </a:prstGeom>
              <a:noFill/>
              <a:ln w="28575" cap="flat" cmpd="sng">
                <a:solidFill>
                  <a:schemeClr val="dk2"/>
                </a:solidFill>
                <a:prstDash val="solid"/>
                <a:round/>
                <a:headEnd type="none" w="med" len="med"/>
                <a:tailEnd type="none" w="med" len="med"/>
              </a:ln>
            </p:spPr>
          </p:cxnSp>
        </p:grpSp>
      </p:grpSp>
      <p:sp>
        <p:nvSpPr>
          <p:cNvPr id="1459" name="Google Shape;1459;p40"/>
          <p:cNvSpPr/>
          <p:nvPr/>
        </p:nvSpPr>
        <p:spPr>
          <a:xfrm rot="506393">
            <a:off x="6844470" y="1889385"/>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0"/>
          <p:cNvSpPr/>
          <p:nvPr/>
        </p:nvSpPr>
        <p:spPr>
          <a:xfrm rot="506393">
            <a:off x="4149520" y="183297"/>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40"/>
          <p:cNvSpPr txBox="1">
            <a:spLocks noGrp="1"/>
          </p:cNvSpPr>
          <p:nvPr>
            <p:ph type="title"/>
          </p:nvPr>
        </p:nvSpPr>
        <p:spPr>
          <a:xfrm>
            <a:off x="2643750" y="735376"/>
            <a:ext cx="3856500" cy="865200"/>
          </a:xfrm>
          <a:prstGeom prst="rect">
            <a:avLst/>
          </a:prstGeom>
        </p:spPr>
        <p:txBody>
          <a:bodyPr spcFirstLastPara="1" wrap="square" lIns="91425" tIns="0" rIns="91425" bIns="91425" anchor="t" anchorCtr="0">
            <a:noAutofit/>
          </a:bodyPr>
          <a:lstStyle>
            <a:lvl1pPr lvl="0" rtl="0">
              <a:spcBef>
                <a:spcPts val="0"/>
              </a:spcBef>
              <a:spcAft>
                <a:spcPts val="0"/>
              </a:spcAft>
              <a:buSzPts val="3300"/>
              <a:buNone/>
              <a:defRPr sz="57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462" name="Google Shape;1462;p40"/>
          <p:cNvSpPr txBox="1">
            <a:spLocks noGrp="1"/>
          </p:cNvSpPr>
          <p:nvPr>
            <p:ph type="subTitle" idx="1"/>
          </p:nvPr>
        </p:nvSpPr>
        <p:spPr>
          <a:xfrm>
            <a:off x="2643750" y="1709084"/>
            <a:ext cx="3856500" cy="106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grpSp>
        <p:nvGrpSpPr>
          <p:cNvPr id="1463" name="Google Shape;1463;p40"/>
          <p:cNvGrpSpPr/>
          <p:nvPr/>
        </p:nvGrpSpPr>
        <p:grpSpPr>
          <a:xfrm>
            <a:off x="-185450" y="-1343500"/>
            <a:ext cx="2154000" cy="2154000"/>
            <a:chOff x="-567300" y="4225075"/>
            <a:chExt cx="2154000" cy="2154000"/>
          </a:xfrm>
        </p:grpSpPr>
        <p:sp>
          <p:nvSpPr>
            <p:cNvPr id="1464" name="Google Shape;1464;p40"/>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0"/>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0"/>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7" name="Google Shape;1467;p40"/>
          <p:cNvGrpSpPr/>
          <p:nvPr/>
        </p:nvGrpSpPr>
        <p:grpSpPr>
          <a:xfrm>
            <a:off x="6871950" y="4288425"/>
            <a:ext cx="2154000" cy="2154000"/>
            <a:chOff x="-567300" y="4225075"/>
            <a:chExt cx="2154000" cy="2154000"/>
          </a:xfrm>
        </p:grpSpPr>
        <p:sp>
          <p:nvSpPr>
            <p:cNvPr id="1468" name="Google Shape;1468;p40"/>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0"/>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0"/>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1" name="Google Shape;1471;p40"/>
          <p:cNvSpPr txBox="1"/>
          <p:nvPr/>
        </p:nvSpPr>
        <p:spPr>
          <a:xfrm>
            <a:off x="2685600" y="3677943"/>
            <a:ext cx="3772800" cy="615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1200" b="1">
                <a:solidFill>
                  <a:schemeClr val="dk1"/>
                </a:solidFill>
                <a:latin typeface="DM Sans"/>
                <a:ea typeface="DM Sans"/>
                <a:cs typeface="DM Sans"/>
                <a:sym typeface="DM Sans"/>
              </a:rPr>
              <a:t>CREDITS: </a:t>
            </a:r>
            <a:r>
              <a:rPr lang="en" sz="1200">
                <a:solidFill>
                  <a:schemeClr val="dk1"/>
                </a:solidFill>
                <a:latin typeface="DM Sans"/>
                <a:ea typeface="DM Sans"/>
                <a:cs typeface="DM Sans"/>
                <a:sym typeface="DM Sans"/>
              </a:rPr>
              <a:t>This presentation template was created by </a:t>
            </a:r>
            <a:r>
              <a:rPr lang="en" sz="1200" b="1">
                <a:solidFill>
                  <a:schemeClr val="dk1"/>
                </a:solidFill>
                <a:uFill>
                  <a:noFill/>
                </a:uFill>
                <a:latin typeface="DM Sans"/>
                <a:ea typeface="DM Sans"/>
                <a:cs typeface="DM Sans"/>
                <a:sym typeface="DM Sans"/>
                <a:hlinkClick r:id="rId2">
                  <a:extLst>
                    <a:ext uri="{A12FA001-AC4F-418D-AE19-62706E023703}">
                      <ahyp:hlinkClr xmlns:ahyp="http://schemas.microsoft.com/office/drawing/2018/hyperlinkcolor" val="tx"/>
                    </a:ext>
                  </a:extLst>
                </a:hlinkClick>
              </a:rPr>
              <a:t>Slidesgo</a:t>
            </a:r>
            <a:r>
              <a:rPr lang="en" sz="1200">
                <a:solidFill>
                  <a:schemeClr val="dk1"/>
                </a:solidFill>
                <a:latin typeface="DM Sans"/>
                <a:ea typeface="DM Sans"/>
                <a:cs typeface="DM Sans"/>
                <a:sym typeface="DM Sans"/>
              </a:rPr>
              <a:t>, including icons by </a:t>
            </a:r>
            <a:r>
              <a:rPr lang="en" sz="1200" b="1">
                <a:solidFill>
                  <a:schemeClr val="dk1"/>
                </a:solidFill>
                <a:uFill>
                  <a:noFill/>
                </a:uFill>
                <a:latin typeface="DM Sans"/>
                <a:ea typeface="DM Sans"/>
                <a:cs typeface="DM Sans"/>
                <a:sym typeface="DM Sans"/>
                <a:hlinkClick r:id="rId3">
                  <a:extLst>
                    <a:ext uri="{A12FA001-AC4F-418D-AE19-62706E023703}">
                      <ahyp:hlinkClr xmlns:ahyp="http://schemas.microsoft.com/office/drawing/2018/hyperlinkcolor" val="tx"/>
                    </a:ext>
                  </a:extLst>
                </a:hlinkClick>
              </a:rPr>
              <a:t>Flaticon</a:t>
            </a:r>
            <a:r>
              <a:rPr lang="en" sz="1200">
                <a:solidFill>
                  <a:schemeClr val="dk1"/>
                </a:solidFill>
                <a:latin typeface="DM Sans"/>
                <a:ea typeface="DM Sans"/>
                <a:cs typeface="DM Sans"/>
                <a:sym typeface="DM Sans"/>
              </a:rPr>
              <a:t> and infographics &amp; images by </a:t>
            </a:r>
            <a:r>
              <a:rPr lang="en" sz="1200" b="1">
                <a:solidFill>
                  <a:schemeClr val="dk1"/>
                </a:solidFill>
                <a:uFill>
                  <a:noFill/>
                </a:uFill>
                <a:latin typeface="DM Sans"/>
                <a:ea typeface="DM Sans"/>
                <a:cs typeface="DM Sans"/>
                <a:sym typeface="DM Sans"/>
                <a:hlinkClick r:id="rId4">
                  <a:extLst>
                    <a:ext uri="{A12FA001-AC4F-418D-AE19-62706E023703}">
                      <ahyp:hlinkClr xmlns:ahyp="http://schemas.microsoft.com/office/drawing/2018/hyperlinkcolor" val="tx"/>
                    </a:ext>
                  </a:extLst>
                </a:hlinkClick>
              </a:rPr>
              <a:t>Freepik</a:t>
            </a:r>
            <a:endParaRPr sz="1200" b="1">
              <a:solidFill>
                <a:schemeClr val="dk1"/>
              </a:solidFill>
              <a:latin typeface="DM Sans"/>
              <a:ea typeface="DM Sans"/>
              <a:cs typeface="DM Sans"/>
              <a:sym typeface="DM San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6">
    <p:spTree>
      <p:nvGrpSpPr>
        <p:cNvPr id="1" name="Shape 1472"/>
        <p:cNvGrpSpPr/>
        <p:nvPr/>
      </p:nvGrpSpPr>
      <p:grpSpPr>
        <a:xfrm>
          <a:off x="0" y="0"/>
          <a:ext cx="0" cy="0"/>
          <a:chOff x="0" y="0"/>
          <a:chExt cx="0" cy="0"/>
        </a:xfrm>
      </p:grpSpPr>
      <p:grpSp>
        <p:nvGrpSpPr>
          <p:cNvPr id="1473" name="Google Shape;1473;p41"/>
          <p:cNvGrpSpPr/>
          <p:nvPr/>
        </p:nvGrpSpPr>
        <p:grpSpPr>
          <a:xfrm>
            <a:off x="-18357" y="0"/>
            <a:ext cx="9180713" cy="5143500"/>
            <a:chOff x="50" y="0"/>
            <a:chExt cx="9202800" cy="5143500"/>
          </a:xfrm>
        </p:grpSpPr>
        <p:cxnSp>
          <p:nvCxnSpPr>
            <p:cNvPr id="1474" name="Google Shape;1474;p41"/>
            <p:cNvCxnSpPr/>
            <p:nvPr/>
          </p:nvCxnSpPr>
          <p:spPr>
            <a:xfrm>
              <a:off x="4601450" y="-4028650"/>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475" name="Google Shape;1475;p41"/>
            <p:cNvCxnSpPr/>
            <p:nvPr/>
          </p:nvCxnSpPr>
          <p:spPr>
            <a:xfrm>
              <a:off x="4601450" y="-3455894"/>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476" name="Google Shape;1476;p41"/>
            <p:cNvCxnSpPr/>
            <p:nvPr/>
          </p:nvCxnSpPr>
          <p:spPr>
            <a:xfrm>
              <a:off x="4601450" y="-2883138"/>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477" name="Google Shape;1477;p41"/>
            <p:cNvCxnSpPr/>
            <p:nvPr/>
          </p:nvCxnSpPr>
          <p:spPr>
            <a:xfrm>
              <a:off x="4601450" y="-2310381"/>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478" name="Google Shape;1478;p41"/>
            <p:cNvCxnSpPr/>
            <p:nvPr/>
          </p:nvCxnSpPr>
          <p:spPr>
            <a:xfrm>
              <a:off x="4601450" y="-1737625"/>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479" name="Google Shape;1479;p41"/>
            <p:cNvCxnSpPr/>
            <p:nvPr/>
          </p:nvCxnSpPr>
          <p:spPr>
            <a:xfrm>
              <a:off x="4601450" y="-1164869"/>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480" name="Google Shape;1480;p41"/>
            <p:cNvCxnSpPr/>
            <p:nvPr/>
          </p:nvCxnSpPr>
          <p:spPr>
            <a:xfrm>
              <a:off x="4601450" y="-592113"/>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481" name="Google Shape;1481;p41"/>
            <p:cNvCxnSpPr/>
            <p:nvPr/>
          </p:nvCxnSpPr>
          <p:spPr>
            <a:xfrm>
              <a:off x="4601450" y="-19356"/>
              <a:ext cx="0" cy="9202800"/>
            </a:xfrm>
            <a:prstGeom prst="straightConnector1">
              <a:avLst/>
            </a:prstGeom>
            <a:noFill/>
            <a:ln w="28575" cap="flat" cmpd="sng">
              <a:solidFill>
                <a:schemeClr val="dk2"/>
              </a:solidFill>
              <a:prstDash val="solid"/>
              <a:round/>
              <a:headEnd type="none" w="med" len="med"/>
              <a:tailEnd type="none" w="med" len="med"/>
            </a:ln>
          </p:spPr>
        </p:cxnSp>
        <p:grpSp>
          <p:nvGrpSpPr>
            <p:cNvPr id="1482" name="Google Shape;1482;p41"/>
            <p:cNvGrpSpPr/>
            <p:nvPr/>
          </p:nvGrpSpPr>
          <p:grpSpPr>
            <a:xfrm>
              <a:off x="573699" y="0"/>
              <a:ext cx="8018515" cy="5143500"/>
              <a:chOff x="457738" y="0"/>
              <a:chExt cx="6399964" cy="5143500"/>
            </a:xfrm>
          </p:grpSpPr>
          <p:cxnSp>
            <p:nvCxnSpPr>
              <p:cNvPr id="1483" name="Google Shape;1483;p41"/>
              <p:cNvCxnSpPr/>
              <p:nvPr/>
            </p:nvCxnSpPr>
            <p:spPr>
              <a:xfrm>
                <a:off x="45773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84" name="Google Shape;1484;p41"/>
              <p:cNvCxnSpPr/>
              <p:nvPr/>
            </p:nvCxnSpPr>
            <p:spPr>
              <a:xfrm>
                <a:off x="91487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85" name="Google Shape;1485;p41"/>
              <p:cNvCxnSpPr/>
              <p:nvPr/>
            </p:nvCxnSpPr>
            <p:spPr>
              <a:xfrm>
                <a:off x="137201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86" name="Google Shape;1486;p41"/>
              <p:cNvCxnSpPr/>
              <p:nvPr/>
            </p:nvCxnSpPr>
            <p:spPr>
              <a:xfrm>
                <a:off x="182915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87" name="Google Shape;1487;p41"/>
              <p:cNvCxnSpPr/>
              <p:nvPr/>
            </p:nvCxnSpPr>
            <p:spPr>
              <a:xfrm>
                <a:off x="228629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88" name="Google Shape;1488;p41"/>
              <p:cNvCxnSpPr/>
              <p:nvPr/>
            </p:nvCxnSpPr>
            <p:spPr>
              <a:xfrm>
                <a:off x="274343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89" name="Google Shape;1489;p41"/>
              <p:cNvCxnSpPr/>
              <p:nvPr/>
            </p:nvCxnSpPr>
            <p:spPr>
              <a:xfrm>
                <a:off x="320057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90" name="Google Shape;1490;p41"/>
              <p:cNvCxnSpPr/>
              <p:nvPr/>
            </p:nvCxnSpPr>
            <p:spPr>
              <a:xfrm>
                <a:off x="365771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91" name="Google Shape;1491;p41"/>
              <p:cNvCxnSpPr/>
              <p:nvPr/>
            </p:nvCxnSpPr>
            <p:spPr>
              <a:xfrm>
                <a:off x="411486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92" name="Google Shape;1492;p41"/>
              <p:cNvCxnSpPr/>
              <p:nvPr/>
            </p:nvCxnSpPr>
            <p:spPr>
              <a:xfrm>
                <a:off x="502914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93" name="Google Shape;1493;p41"/>
              <p:cNvCxnSpPr/>
              <p:nvPr/>
            </p:nvCxnSpPr>
            <p:spPr>
              <a:xfrm>
                <a:off x="548628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94" name="Google Shape;1494;p41"/>
              <p:cNvCxnSpPr/>
              <p:nvPr/>
            </p:nvCxnSpPr>
            <p:spPr>
              <a:xfrm>
                <a:off x="457200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95" name="Google Shape;1495;p41"/>
              <p:cNvCxnSpPr/>
              <p:nvPr/>
            </p:nvCxnSpPr>
            <p:spPr>
              <a:xfrm>
                <a:off x="594342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96" name="Google Shape;1496;p41"/>
              <p:cNvCxnSpPr/>
              <p:nvPr/>
            </p:nvCxnSpPr>
            <p:spPr>
              <a:xfrm>
                <a:off x="640056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497" name="Google Shape;1497;p41"/>
              <p:cNvCxnSpPr/>
              <p:nvPr/>
            </p:nvCxnSpPr>
            <p:spPr>
              <a:xfrm>
                <a:off x="6857701" y="0"/>
                <a:ext cx="0" cy="5143500"/>
              </a:xfrm>
              <a:prstGeom prst="straightConnector1">
                <a:avLst/>
              </a:prstGeom>
              <a:noFill/>
              <a:ln w="28575" cap="flat" cmpd="sng">
                <a:solidFill>
                  <a:schemeClr val="dk2"/>
                </a:solidFill>
                <a:prstDash val="solid"/>
                <a:round/>
                <a:headEnd type="none" w="med" len="med"/>
                <a:tailEnd type="none" w="med" len="med"/>
              </a:ln>
            </p:spPr>
          </p:cxnSp>
        </p:grpSp>
      </p:grpSp>
      <p:sp>
        <p:nvSpPr>
          <p:cNvPr id="1498" name="Google Shape;1498;p41"/>
          <p:cNvSpPr/>
          <p:nvPr/>
        </p:nvSpPr>
        <p:spPr>
          <a:xfrm rot="506393">
            <a:off x="7128195" y="3088422"/>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1"/>
          <p:cNvSpPr/>
          <p:nvPr/>
        </p:nvSpPr>
        <p:spPr>
          <a:xfrm rot="506393">
            <a:off x="245920" y="915822"/>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00" name="Google Shape;1500;p41"/>
          <p:cNvGrpSpPr/>
          <p:nvPr/>
        </p:nvGrpSpPr>
        <p:grpSpPr>
          <a:xfrm>
            <a:off x="1884075" y="4155500"/>
            <a:ext cx="2154000" cy="2154000"/>
            <a:chOff x="-567300" y="4225075"/>
            <a:chExt cx="2154000" cy="2154000"/>
          </a:xfrm>
        </p:grpSpPr>
        <p:sp>
          <p:nvSpPr>
            <p:cNvPr id="1501" name="Google Shape;1501;p41"/>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1"/>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1"/>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4" name="Google Shape;1504;p41"/>
          <p:cNvGrpSpPr/>
          <p:nvPr/>
        </p:nvGrpSpPr>
        <p:grpSpPr>
          <a:xfrm>
            <a:off x="5895275" y="-1127225"/>
            <a:ext cx="2154000" cy="2154000"/>
            <a:chOff x="-567300" y="4225075"/>
            <a:chExt cx="2154000" cy="2154000"/>
          </a:xfrm>
        </p:grpSpPr>
        <p:sp>
          <p:nvSpPr>
            <p:cNvPr id="1505" name="Google Shape;1505;p41"/>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1"/>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1"/>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6_1">
    <p:spTree>
      <p:nvGrpSpPr>
        <p:cNvPr id="1" name="Shape 1508"/>
        <p:cNvGrpSpPr/>
        <p:nvPr/>
      </p:nvGrpSpPr>
      <p:grpSpPr>
        <a:xfrm>
          <a:off x="0" y="0"/>
          <a:ext cx="0" cy="0"/>
          <a:chOff x="0" y="0"/>
          <a:chExt cx="0" cy="0"/>
        </a:xfrm>
      </p:grpSpPr>
      <p:grpSp>
        <p:nvGrpSpPr>
          <p:cNvPr id="1509" name="Google Shape;1509;p42"/>
          <p:cNvGrpSpPr/>
          <p:nvPr/>
        </p:nvGrpSpPr>
        <p:grpSpPr>
          <a:xfrm>
            <a:off x="-18357" y="0"/>
            <a:ext cx="9180713" cy="5143500"/>
            <a:chOff x="50" y="0"/>
            <a:chExt cx="9202800" cy="5143500"/>
          </a:xfrm>
        </p:grpSpPr>
        <p:cxnSp>
          <p:nvCxnSpPr>
            <p:cNvPr id="1510" name="Google Shape;1510;p42"/>
            <p:cNvCxnSpPr/>
            <p:nvPr/>
          </p:nvCxnSpPr>
          <p:spPr>
            <a:xfrm>
              <a:off x="4601450" y="-4028650"/>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511" name="Google Shape;1511;p42"/>
            <p:cNvCxnSpPr/>
            <p:nvPr/>
          </p:nvCxnSpPr>
          <p:spPr>
            <a:xfrm>
              <a:off x="4601450" y="-3455894"/>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512" name="Google Shape;1512;p42"/>
            <p:cNvCxnSpPr/>
            <p:nvPr/>
          </p:nvCxnSpPr>
          <p:spPr>
            <a:xfrm>
              <a:off x="4601450" y="-2883138"/>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513" name="Google Shape;1513;p42"/>
            <p:cNvCxnSpPr/>
            <p:nvPr/>
          </p:nvCxnSpPr>
          <p:spPr>
            <a:xfrm>
              <a:off x="4601450" y="-2310381"/>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514" name="Google Shape;1514;p42"/>
            <p:cNvCxnSpPr/>
            <p:nvPr/>
          </p:nvCxnSpPr>
          <p:spPr>
            <a:xfrm>
              <a:off x="4601450" y="-1737625"/>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515" name="Google Shape;1515;p42"/>
            <p:cNvCxnSpPr/>
            <p:nvPr/>
          </p:nvCxnSpPr>
          <p:spPr>
            <a:xfrm>
              <a:off x="4601450" y="-1164869"/>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516" name="Google Shape;1516;p42"/>
            <p:cNvCxnSpPr/>
            <p:nvPr/>
          </p:nvCxnSpPr>
          <p:spPr>
            <a:xfrm>
              <a:off x="4601450" y="-592113"/>
              <a:ext cx="0" cy="9202800"/>
            </a:xfrm>
            <a:prstGeom prst="straightConnector1">
              <a:avLst/>
            </a:prstGeom>
            <a:noFill/>
            <a:ln w="28575" cap="flat" cmpd="sng">
              <a:solidFill>
                <a:schemeClr val="dk2"/>
              </a:solidFill>
              <a:prstDash val="solid"/>
              <a:round/>
              <a:headEnd type="none" w="med" len="med"/>
              <a:tailEnd type="none" w="med" len="med"/>
            </a:ln>
          </p:spPr>
        </p:cxnSp>
        <p:cxnSp>
          <p:nvCxnSpPr>
            <p:cNvPr id="1517" name="Google Shape;1517;p42"/>
            <p:cNvCxnSpPr/>
            <p:nvPr/>
          </p:nvCxnSpPr>
          <p:spPr>
            <a:xfrm>
              <a:off x="4601450" y="-19356"/>
              <a:ext cx="0" cy="9202800"/>
            </a:xfrm>
            <a:prstGeom prst="straightConnector1">
              <a:avLst/>
            </a:prstGeom>
            <a:noFill/>
            <a:ln w="28575" cap="flat" cmpd="sng">
              <a:solidFill>
                <a:schemeClr val="dk2"/>
              </a:solidFill>
              <a:prstDash val="solid"/>
              <a:round/>
              <a:headEnd type="none" w="med" len="med"/>
              <a:tailEnd type="none" w="med" len="med"/>
            </a:ln>
          </p:spPr>
        </p:cxnSp>
        <p:grpSp>
          <p:nvGrpSpPr>
            <p:cNvPr id="1518" name="Google Shape;1518;p42"/>
            <p:cNvGrpSpPr/>
            <p:nvPr/>
          </p:nvGrpSpPr>
          <p:grpSpPr>
            <a:xfrm>
              <a:off x="573699" y="0"/>
              <a:ext cx="8018515" cy="5143500"/>
              <a:chOff x="457738" y="0"/>
              <a:chExt cx="6399964" cy="5143500"/>
            </a:xfrm>
          </p:grpSpPr>
          <p:cxnSp>
            <p:nvCxnSpPr>
              <p:cNvPr id="1519" name="Google Shape;1519;p42"/>
              <p:cNvCxnSpPr/>
              <p:nvPr/>
            </p:nvCxnSpPr>
            <p:spPr>
              <a:xfrm>
                <a:off x="45773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520" name="Google Shape;1520;p42"/>
              <p:cNvCxnSpPr/>
              <p:nvPr/>
            </p:nvCxnSpPr>
            <p:spPr>
              <a:xfrm>
                <a:off x="91487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521" name="Google Shape;1521;p42"/>
              <p:cNvCxnSpPr/>
              <p:nvPr/>
            </p:nvCxnSpPr>
            <p:spPr>
              <a:xfrm>
                <a:off x="137201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522" name="Google Shape;1522;p42"/>
              <p:cNvCxnSpPr/>
              <p:nvPr/>
            </p:nvCxnSpPr>
            <p:spPr>
              <a:xfrm>
                <a:off x="1829158"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523" name="Google Shape;1523;p42"/>
              <p:cNvCxnSpPr/>
              <p:nvPr/>
            </p:nvCxnSpPr>
            <p:spPr>
              <a:xfrm>
                <a:off x="228629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524" name="Google Shape;1524;p42"/>
              <p:cNvCxnSpPr/>
              <p:nvPr/>
            </p:nvCxnSpPr>
            <p:spPr>
              <a:xfrm>
                <a:off x="274343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525" name="Google Shape;1525;p42"/>
              <p:cNvCxnSpPr/>
              <p:nvPr/>
            </p:nvCxnSpPr>
            <p:spPr>
              <a:xfrm>
                <a:off x="320057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526" name="Google Shape;1526;p42"/>
              <p:cNvCxnSpPr/>
              <p:nvPr/>
            </p:nvCxnSpPr>
            <p:spPr>
              <a:xfrm>
                <a:off x="3657719"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527" name="Google Shape;1527;p42"/>
              <p:cNvCxnSpPr/>
              <p:nvPr/>
            </p:nvCxnSpPr>
            <p:spPr>
              <a:xfrm>
                <a:off x="411486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528" name="Google Shape;1528;p42"/>
              <p:cNvCxnSpPr/>
              <p:nvPr/>
            </p:nvCxnSpPr>
            <p:spPr>
              <a:xfrm>
                <a:off x="502914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529" name="Google Shape;1529;p42"/>
              <p:cNvCxnSpPr/>
              <p:nvPr/>
            </p:nvCxnSpPr>
            <p:spPr>
              <a:xfrm>
                <a:off x="548628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530" name="Google Shape;1530;p42"/>
              <p:cNvCxnSpPr/>
              <p:nvPr/>
            </p:nvCxnSpPr>
            <p:spPr>
              <a:xfrm>
                <a:off x="4572000"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531" name="Google Shape;1531;p42"/>
              <p:cNvCxnSpPr/>
              <p:nvPr/>
            </p:nvCxnSpPr>
            <p:spPr>
              <a:xfrm>
                <a:off x="594342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532" name="Google Shape;1532;p42"/>
              <p:cNvCxnSpPr/>
              <p:nvPr/>
            </p:nvCxnSpPr>
            <p:spPr>
              <a:xfrm>
                <a:off x="6400561" y="0"/>
                <a:ext cx="0" cy="5143500"/>
              </a:xfrm>
              <a:prstGeom prst="straightConnector1">
                <a:avLst/>
              </a:prstGeom>
              <a:noFill/>
              <a:ln w="28575" cap="flat" cmpd="sng">
                <a:solidFill>
                  <a:schemeClr val="dk2"/>
                </a:solidFill>
                <a:prstDash val="solid"/>
                <a:round/>
                <a:headEnd type="none" w="med" len="med"/>
                <a:tailEnd type="none" w="med" len="med"/>
              </a:ln>
            </p:spPr>
          </p:cxnSp>
          <p:cxnSp>
            <p:nvCxnSpPr>
              <p:cNvPr id="1533" name="Google Shape;1533;p42"/>
              <p:cNvCxnSpPr/>
              <p:nvPr/>
            </p:nvCxnSpPr>
            <p:spPr>
              <a:xfrm>
                <a:off x="6857701" y="0"/>
                <a:ext cx="0" cy="5143500"/>
              </a:xfrm>
              <a:prstGeom prst="straightConnector1">
                <a:avLst/>
              </a:prstGeom>
              <a:noFill/>
              <a:ln w="28575" cap="flat" cmpd="sng">
                <a:solidFill>
                  <a:schemeClr val="dk2"/>
                </a:solidFill>
                <a:prstDash val="solid"/>
                <a:round/>
                <a:headEnd type="none" w="med" len="med"/>
                <a:tailEnd type="none" w="med" len="med"/>
              </a:ln>
            </p:spPr>
          </p:cxnSp>
        </p:grpSp>
      </p:grpSp>
      <p:sp>
        <p:nvSpPr>
          <p:cNvPr id="1534" name="Google Shape;1534;p42"/>
          <p:cNvSpPr/>
          <p:nvPr/>
        </p:nvSpPr>
        <p:spPr>
          <a:xfrm rot="506393">
            <a:off x="6663495" y="3232410"/>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2"/>
          <p:cNvSpPr/>
          <p:nvPr/>
        </p:nvSpPr>
        <p:spPr>
          <a:xfrm rot="506393">
            <a:off x="4149520" y="183297"/>
            <a:ext cx="1804846" cy="1837347"/>
          </a:xfrm>
          <a:prstGeom prst="star8">
            <a:avLst>
              <a:gd name="adj" fmla="val 25023"/>
            </a:avLst>
          </a:prstGeom>
          <a:solidFill>
            <a:schemeClr val="l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6" name="Google Shape;1536;p42"/>
          <p:cNvGrpSpPr/>
          <p:nvPr/>
        </p:nvGrpSpPr>
        <p:grpSpPr>
          <a:xfrm>
            <a:off x="-485700" y="3781350"/>
            <a:ext cx="2154000" cy="2154000"/>
            <a:chOff x="-567300" y="4225075"/>
            <a:chExt cx="2154000" cy="2154000"/>
          </a:xfrm>
        </p:grpSpPr>
        <p:sp>
          <p:nvSpPr>
            <p:cNvPr id="1537" name="Google Shape;1537;p42"/>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2"/>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2"/>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0" name="Google Shape;1540;p42"/>
          <p:cNvGrpSpPr/>
          <p:nvPr/>
        </p:nvGrpSpPr>
        <p:grpSpPr>
          <a:xfrm>
            <a:off x="8053375" y="603500"/>
            <a:ext cx="2154000" cy="2154000"/>
            <a:chOff x="-567300" y="4225075"/>
            <a:chExt cx="2154000" cy="2154000"/>
          </a:xfrm>
        </p:grpSpPr>
        <p:sp>
          <p:nvSpPr>
            <p:cNvPr id="1541" name="Google Shape;1541;p42"/>
            <p:cNvSpPr/>
            <p:nvPr/>
          </p:nvSpPr>
          <p:spPr>
            <a:xfrm>
              <a:off x="-567300" y="4225075"/>
              <a:ext cx="2154000" cy="21540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2"/>
            <p:cNvSpPr/>
            <p:nvPr/>
          </p:nvSpPr>
          <p:spPr>
            <a:xfrm>
              <a:off x="-331650" y="4460725"/>
              <a:ext cx="1682700" cy="1682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2"/>
            <p:cNvSpPr/>
            <p:nvPr/>
          </p:nvSpPr>
          <p:spPr>
            <a:xfrm>
              <a:off x="-92125" y="4700250"/>
              <a:ext cx="1203600" cy="120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550" y="538250"/>
            <a:ext cx="7713000" cy="479400"/>
          </a:xfrm>
          <a:prstGeom prst="rect">
            <a:avLst/>
          </a:prstGeom>
          <a:noFill/>
          <a:ln>
            <a:noFill/>
          </a:ln>
        </p:spPr>
        <p:txBody>
          <a:bodyPr spcFirstLastPara="1" wrap="square" lIns="91425" tIns="0" rIns="91425" bIns="91425" anchor="t" anchorCtr="0">
            <a:noAutofit/>
          </a:bodyPr>
          <a:lstStyle>
            <a:lvl1pPr lvl="0" algn="ctr">
              <a:spcBef>
                <a:spcPts val="0"/>
              </a:spcBef>
              <a:spcAft>
                <a:spcPts val="0"/>
              </a:spcAft>
              <a:buClr>
                <a:schemeClr val="dk1"/>
              </a:buClr>
              <a:buSzPts val="3300"/>
              <a:buFont typeface="Lato Black"/>
              <a:buNone/>
              <a:defRPr sz="3300">
                <a:solidFill>
                  <a:schemeClr val="dk1"/>
                </a:solidFill>
                <a:latin typeface="Lato Black"/>
                <a:ea typeface="Lato Black"/>
                <a:cs typeface="Lato Black"/>
                <a:sym typeface="Lato Black"/>
              </a:defRPr>
            </a:lvl1pPr>
            <a:lvl2pPr lvl="1" algn="ctr">
              <a:spcBef>
                <a:spcPts val="0"/>
              </a:spcBef>
              <a:spcAft>
                <a:spcPts val="0"/>
              </a:spcAft>
              <a:buClr>
                <a:schemeClr val="dk1"/>
              </a:buClr>
              <a:buSzPts val="3300"/>
              <a:buFont typeface="Lato Black"/>
              <a:buNone/>
              <a:defRPr sz="3300">
                <a:solidFill>
                  <a:schemeClr val="dk1"/>
                </a:solidFill>
                <a:latin typeface="Lato Black"/>
                <a:ea typeface="Lato Black"/>
                <a:cs typeface="Lato Black"/>
                <a:sym typeface="Lato Black"/>
              </a:defRPr>
            </a:lvl2pPr>
            <a:lvl3pPr lvl="2" algn="ctr">
              <a:spcBef>
                <a:spcPts val="0"/>
              </a:spcBef>
              <a:spcAft>
                <a:spcPts val="0"/>
              </a:spcAft>
              <a:buClr>
                <a:schemeClr val="dk1"/>
              </a:buClr>
              <a:buSzPts val="3300"/>
              <a:buFont typeface="Lato Black"/>
              <a:buNone/>
              <a:defRPr sz="3300">
                <a:solidFill>
                  <a:schemeClr val="dk1"/>
                </a:solidFill>
                <a:latin typeface="Lato Black"/>
                <a:ea typeface="Lato Black"/>
                <a:cs typeface="Lato Black"/>
                <a:sym typeface="Lato Black"/>
              </a:defRPr>
            </a:lvl3pPr>
            <a:lvl4pPr lvl="3" algn="ctr">
              <a:spcBef>
                <a:spcPts val="0"/>
              </a:spcBef>
              <a:spcAft>
                <a:spcPts val="0"/>
              </a:spcAft>
              <a:buClr>
                <a:schemeClr val="dk1"/>
              </a:buClr>
              <a:buSzPts val="3300"/>
              <a:buFont typeface="Lato Black"/>
              <a:buNone/>
              <a:defRPr sz="3300">
                <a:solidFill>
                  <a:schemeClr val="dk1"/>
                </a:solidFill>
                <a:latin typeface="Lato Black"/>
                <a:ea typeface="Lato Black"/>
                <a:cs typeface="Lato Black"/>
                <a:sym typeface="Lato Black"/>
              </a:defRPr>
            </a:lvl4pPr>
            <a:lvl5pPr lvl="4" algn="ctr">
              <a:spcBef>
                <a:spcPts val="0"/>
              </a:spcBef>
              <a:spcAft>
                <a:spcPts val="0"/>
              </a:spcAft>
              <a:buClr>
                <a:schemeClr val="dk1"/>
              </a:buClr>
              <a:buSzPts val="3300"/>
              <a:buFont typeface="Lato Black"/>
              <a:buNone/>
              <a:defRPr sz="3300">
                <a:solidFill>
                  <a:schemeClr val="dk1"/>
                </a:solidFill>
                <a:latin typeface="Lato Black"/>
                <a:ea typeface="Lato Black"/>
                <a:cs typeface="Lato Black"/>
                <a:sym typeface="Lato Black"/>
              </a:defRPr>
            </a:lvl5pPr>
            <a:lvl6pPr lvl="5" algn="ctr">
              <a:spcBef>
                <a:spcPts val="0"/>
              </a:spcBef>
              <a:spcAft>
                <a:spcPts val="0"/>
              </a:spcAft>
              <a:buClr>
                <a:schemeClr val="dk1"/>
              </a:buClr>
              <a:buSzPts val="3300"/>
              <a:buFont typeface="Lato Black"/>
              <a:buNone/>
              <a:defRPr sz="3300">
                <a:solidFill>
                  <a:schemeClr val="dk1"/>
                </a:solidFill>
                <a:latin typeface="Lato Black"/>
                <a:ea typeface="Lato Black"/>
                <a:cs typeface="Lato Black"/>
                <a:sym typeface="Lato Black"/>
              </a:defRPr>
            </a:lvl6pPr>
            <a:lvl7pPr lvl="6" algn="ctr">
              <a:spcBef>
                <a:spcPts val="0"/>
              </a:spcBef>
              <a:spcAft>
                <a:spcPts val="0"/>
              </a:spcAft>
              <a:buClr>
                <a:schemeClr val="dk1"/>
              </a:buClr>
              <a:buSzPts val="3300"/>
              <a:buFont typeface="Lato Black"/>
              <a:buNone/>
              <a:defRPr sz="3300">
                <a:solidFill>
                  <a:schemeClr val="dk1"/>
                </a:solidFill>
                <a:latin typeface="Lato Black"/>
                <a:ea typeface="Lato Black"/>
                <a:cs typeface="Lato Black"/>
                <a:sym typeface="Lato Black"/>
              </a:defRPr>
            </a:lvl7pPr>
            <a:lvl8pPr lvl="7" algn="ctr">
              <a:spcBef>
                <a:spcPts val="0"/>
              </a:spcBef>
              <a:spcAft>
                <a:spcPts val="0"/>
              </a:spcAft>
              <a:buClr>
                <a:schemeClr val="dk1"/>
              </a:buClr>
              <a:buSzPts val="3300"/>
              <a:buFont typeface="Lato Black"/>
              <a:buNone/>
              <a:defRPr sz="3300">
                <a:solidFill>
                  <a:schemeClr val="dk1"/>
                </a:solidFill>
                <a:latin typeface="Lato Black"/>
                <a:ea typeface="Lato Black"/>
                <a:cs typeface="Lato Black"/>
                <a:sym typeface="Lato Black"/>
              </a:defRPr>
            </a:lvl8pPr>
            <a:lvl9pPr lvl="8" algn="ctr">
              <a:spcBef>
                <a:spcPts val="0"/>
              </a:spcBef>
              <a:spcAft>
                <a:spcPts val="0"/>
              </a:spcAft>
              <a:buClr>
                <a:schemeClr val="dk1"/>
              </a:buClr>
              <a:buSzPts val="3300"/>
              <a:buFont typeface="Lato Black"/>
              <a:buNone/>
              <a:defRPr sz="3300">
                <a:solidFill>
                  <a:schemeClr val="dk1"/>
                </a:solidFill>
                <a:latin typeface="Lato Black"/>
                <a:ea typeface="Lato Black"/>
                <a:cs typeface="Lato Black"/>
                <a:sym typeface="Lato Black"/>
              </a:defRPr>
            </a:lvl9pPr>
          </a:lstStyle>
          <a:p>
            <a:endParaRPr/>
          </a:p>
        </p:txBody>
      </p:sp>
      <p:sp>
        <p:nvSpPr>
          <p:cNvPr id="7" name="Google Shape;7;p1"/>
          <p:cNvSpPr txBox="1">
            <a:spLocks noGrp="1"/>
          </p:cNvSpPr>
          <p:nvPr>
            <p:ph type="body" idx="1"/>
          </p:nvPr>
        </p:nvSpPr>
        <p:spPr>
          <a:xfrm>
            <a:off x="715550" y="1017650"/>
            <a:ext cx="7713000" cy="3587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DM Sans"/>
              <a:buChar char="●"/>
              <a:defRPr sz="1800">
                <a:solidFill>
                  <a:schemeClr val="dk1"/>
                </a:solidFill>
                <a:latin typeface="DM Sans"/>
                <a:ea typeface="DM Sans"/>
                <a:cs typeface="DM Sans"/>
                <a:sym typeface="DM Sans"/>
              </a:defRPr>
            </a:lvl1pPr>
            <a:lvl2pPr marL="914400" lvl="1"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5" r:id="rId3"/>
    <p:sldLayoutId id="2147483658" r:id="rId4"/>
    <p:sldLayoutId id="2147483660" r:id="rId5"/>
    <p:sldLayoutId id="2147483662" r:id="rId6"/>
    <p:sldLayoutId id="2147483663" r:id="rId7"/>
    <p:sldLayoutId id="2147483664" r:id="rId8"/>
    <p:sldLayoutId id="2147483665" r:id="rId9"/>
    <p:sldLayoutId id="2147483666" r:id="rId10"/>
    <p:sldLayoutId id="2147483686" r:id="rId11"/>
    <p:sldLayoutId id="2147483687" r:id="rId12"/>
    <p:sldLayoutId id="2147483688"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53"/>
        <p:cNvGrpSpPr/>
        <p:nvPr/>
      </p:nvGrpSpPr>
      <p:grpSpPr>
        <a:xfrm>
          <a:off x="0" y="0"/>
          <a:ext cx="0" cy="0"/>
          <a:chOff x="0" y="0"/>
          <a:chExt cx="0" cy="0"/>
        </a:xfrm>
      </p:grpSpPr>
      <p:grpSp>
        <p:nvGrpSpPr>
          <p:cNvPr id="1554" name="Google Shape;1554;p46"/>
          <p:cNvGrpSpPr/>
          <p:nvPr/>
        </p:nvGrpSpPr>
        <p:grpSpPr>
          <a:xfrm>
            <a:off x="595475" y="564038"/>
            <a:ext cx="6673950" cy="2656812"/>
            <a:chOff x="595475" y="564038"/>
            <a:chExt cx="6673950" cy="2656812"/>
          </a:xfrm>
        </p:grpSpPr>
        <p:sp>
          <p:nvSpPr>
            <p:cNvPr id="1555" name="Google Shape;1555;p46"/>
            <p:cNvSpPr/>
            <p:nvPr/>
          </p:nvSpPr>
          <p:spPr>
            <a:xfrm>
              <a:off x="1168625" y="564038"/>
              <a:ext cx="6100800" cy="2019600"/>
            </a:xfrm>
            <a:prstGeom prst="roundRect">
              <a:avLst>
                <a:gd name="adj" fmla="val 7459"/>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6"/>
            <p:cNvSpPr/>
            <p:nvPr/>
          </p:nvSpPr>
          <p:spPr>
            <a:xfrm>
              <a:off x="1016225" y="720178"/>
              <a:ext cx="6100800" cy="2019600"/>
            </a:xfrm>
            <a:prstGeom prst="roundRect">
              <a:avLst>
                <a:gd name="adj" fmla="val 7459"/>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57" name="Google Shape;1557;p46"/>
            <p:cNvGrpSpPr/>
            <p:nvPr/>
          </p:nvGrpSpPr>
          <p:grpSpPr>
            <a:xfrm>
              <a:off x="595475" y="880068"/>
              <a:ext cx="6369150" cy="2340782"/>
              <a:chOff x="595475" y="1032468"/>
              <a:chExt cx="6369150" cy="2340782"/>
            </a:xfrm>
          </p:grpSpPr>
          <p:sp>
            <p:nvSpPr>
              <p:cNvPr id="1558" name="Google Shape;1558;p46"/>
              <p:cNvSpPr/>
              <p:nvPr/>
            </p:nvSpPr>
            <p:spPr>
              <a:xfrm>
                <a:off x="863825" y="1032468"/>
                <a:ext cx="6100800" cy="2019600"/>
              </a:xfrm>
              <a:prstGeom prst="roundRect">
                <a:avLst>
                  <a:gd name="adj" fmla="val 7459"/>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6"/>
              <p:cNvSpPr/>
              <p:nvPr/>
            </p:nvSpPr>
            <p:spPr>
              <a:xfrm>
                <a:off x="729650" y="1196246"/>
                <a:ext cx="6100800" cy="2019600"/>
              </a:xfrm>
              <a:prstGeom prst="roundRect">
                <a:avLst>
                  <a:gd name="adj" fmla="val 7459"/>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6"/>
              <p:cNvSpPr/>
              <p:nvPr/>
            </p:nvSpPr>
            <p:spPr>
              <a:xfrm>
                <a:off x="595475" y="1353650"/>
                <a:ext cx="6100800" cy="2019600"/>
              </a:xfrm>
              <a:prstGeom prst="roundRect">
                <a:avLst>
                  <a:gd name="adj" fmla="val 7459"/>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61" name="Google Shape;1561;p46"/>
          <p:cNvSpPr txBox="1">
            <a:spLocks noGrp="1"/>
          </p:cNvSpPr>
          <p:nvPr>
            <p:ph type="ctrTitle"/>
          </p:nvPr>
        </p:nvSpPr>
        <p:spPr>
          <a:xfrm>
            <a:off x="758371" y="1519601"/>
            <a:ext cx="5776800" cy="1591800"/>
          </a:xfrm>
          <a:prstGeom prst="rect">
            <a:avLst/>
          </a:prstGeom>
        </p:spPr>
        <p:txBody>
          <a:bodyPr spcFirstLastPara="1" wrap="square" lIns="91425" tIns="0" rIns="91425" bIns="91425" anchor="t" anchorCtr="0">
            <a:noAutofit/>
          </a:bodyPr>
          <a:lstStyle/>
          <a:p>
            <a:pPr marL="0" lvl="0" indent="0" algn="ctr" rtl="0">
              <a:spcBef>
                <a:spcPts val="0"/>
              </a:spcBef>
              <a:spcAft>
                <a:spcPts val="200"/>
              </a:spcAft>
              <a:buNone/>
            </a:pPr>
            <a:r>
              <a:rPr lang="en" dirty="0"/>
              <a:t>Dell Hymes SPEAKING Analysis</a:t>
            </a:r>
            <a:endParaRPr dirty="0"/>
          </a:p>
        </p:txBody>
      </p:sp>
      <p:sp>
        <p:nvSpPr>
          <p:cNvPr id="1562" name="Google Shape;1562;p46"/>
          <p:cNvSpPr txBox="1">
            <a:spLocks noGrp="1"/>
          </p:cNvSpPr>
          <p:nvPr>
            <p:ph type="subTitle" idx="1"/>
          </p:nvPr>
        </p:nvSpPr>
        <p:spPr>
          <a:xfrm>
            <a:off x="704371" y="3365941"/>
            <a:ext cx="5884800" cy="46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dirty="0"/>
              <a:t>Ryansen, Reyven Edward Michael</a:t>
            </a:r>
            <a:endParaRPr dirty="0"/>
          </a:p>
        </p:txBody>
      </p:sp>
      <p:grpSp>
        <p:nvGrpSpPr>
          <p:cNvPr id="1563" name="Google Shape;1563;p46"/>
          <p:cNvGrpSpPr/>
          <p:nvPr/>
        </p:nvGrpSpPr>
        <p:grpSpPr>
          <a:xfrm>
            <a:off x="7198660" y="3087071"/>
            <a:ext cx="1414512" cy="1518189"/>
            <a:chOff x="7133785" y="2896896"/>
            <a:chExt cx="1414512" cy="1518189"/>
          </a:xfrm>
        </p:grpSpPr>
        <p:grpSp>
          <p:nvGrpSpPr>
            <p:cNvPr id="1564" name="Google Shape;1564;p46"/>
            <p:cNvGrpSpPr/>
            <p:nvPr/>
          </p:nvGrpSpPr>
          <p:grpSpPr>
            <a:xfrm>
              <a:off x="7133785" y="2896896"/>
              <a:ext cx="1414512" cy="1518189"/>
              <a:chOff x="6879750" y="3096400"/>
              <a:chExt cx="1584000" cy="1700100"/>
            </a:xfrm>
          </p:grpSpPr>
          <p:sp>
            <p:nvSpPr>
              <p:cNvPr id="1565" name="Google Shape;1565;p46"/>
              <p:cNvSpPr/>
              <p:nvPr/>
            </p:nvSpPr>
            <p:spPr>
              <a:xfrm>
                <a:off x="6879750" y="3096400"/>
                <a:ext cx="1584000" cy="1700100"/>
              </a:xfrm>
              <a:prstGeom prst="roundRect">
                <a:avLst>
                  <a:gd name="adj" fmla="val 3791"/>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6"/>
              <p:cNvSpPr/>
              <p:nvPr/>
            </p:nvSpPr>
            <p:spPr>
              <a:xfrm>
                <a:off x="6958650" y="3335758"/>
                <a:ext cx="1426200" cy="1379700"/>
              </a:xfrm>
              <a:prstGeom prst="roundRect">
                <a:avLst>
                  <a:gd name="adj" fmla="val 3495"/>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46"/>
              <p:cNvSpPr/>
              <p:nvPr/>
            </p:nvSpPr>
            <p:spPr>
              <a:xfrm>
                <a:off x="6958650" y="3175425"/>
                <a:ext cx="81300" cy="813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6"/>
              <p:cNvSpPr/>
              <p:nvPr/>
            </p:nvSpPr>
            <p:spPr>
              <a:xfrm>
                <a:off x="7151075" y="3175425"/>
                <a:ext cx="81300" cy="81300"/>
              </a:xfrm>
              <a:prstGeom prst="ellipse">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6"/>
              <p:cNvSpPr/>
              <p:nvPr/>
            </p:nvSpPr>
            <p:spPr>
              <a:xfrm>
                <a:off x="7343500" y="3175425"/>
                <a:ext cx="81300" cy="81300"/>
              </a:xfrm>
              <a:prstGeom prst="ellipse">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0" name="Google Shape;1570;p46"/>
            <p:cNvGrpSpPr/>
            <p:nvPr/>
          </p:nvGrpSpPr>
          <p:grpSpPr>
            <a:xfrm>
              <a:off x="7418559" y="3375217"/>
              <a:ext cx="844957" cy="743958"/>
              <a:chOff x="7332800" y="3469629"/>
              <a:chExt cx="946200" cy="833100"/>
            </a:xfrm>
          </p:grpSpPr>
          <p:sp>
            <p:nvSpPr>
              <p:cNvPr id="1571" name="Google Shape;1571;p46"/>
              <p:cNvSpPr/>
              <p:nvPr/>
            </p:nvSpPr>
            <p:spPr>
              <a:xfrm>
                <a:off x="7332800" y="3469629"/>
                <a:ext cx="946200" cy="833100"/>
              </a:xfrm>
              <a:prstGeom prst="heart">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72" name="Google Shape;1572;p46"/>
              <p:cNvGrpSpPr/>
              <p:nvPr/>
            </p:nvGrpSpPr>
            <p:grpSpPr>
              <a:xfrm>
                <a:off x="7557424" y="3730001"/>
                <a:ext cx="499326" cy="122700"/>
                <a:chOff x="7535111" y="3674984"/>
                <a:chExt cx="499326" cy="122700"/>
              </a:xfrm>
            </p:grpSpPr>
            <p:sp>
              <p:nvSpPr>
                <p:cNvPr id="1573" name="Google Shape;1573;p46"/>
                <p:cNvSpPr/>
                <p:nvPr/>
              </p:nvSpPr>
              <p:spPr>
                <a:xfrm>
                  <a:off x="7535111" y="3674984"/>
                  <a:ext cx="122700" cy="122700"/>
                </a:xfrm>
                <a:prstGeom prst="ellipse">
                  <a:avLst/>
                </a:pr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46"/>
                <p:cNvSpPr/>
                <p:nvPr/>
              </p:nvSpPr>
              <p:spPr>
                <a:xfrm>
                  <a:off x="7911738" y="3674984"/>
                  <a:ext cx="122700" cy="122700"/>
                </a:xfrm>
                <a:prstGeom prst="ellipse">
                  <a:avLst/>
                </a:pr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5" name="Google Shape;1575;p46"/>
              <p:cNvSpPr/>
              <p:nvPr/>
            </p:nvSpPr>
            <p:spPr>
              <a:xfrm>
                <a:off x="7590100" y="3765975"/>
                <a:ext cx="52500" cy="525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46"/>
              <p:cNvSpPr/>
              <p:nvPr/>
            </p:nvSpPr>
            <p:spPr>
              <a:xfrm>
                <a:off x="7968750" y="3765100"/>
                <a:ext cx="52500" cy="525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6"/>
              <p:cNvSpPr/>
              <p:nvPr/>
            </p:nvSpPr>
            <p:spPr>
              <a:xfrm rot="5400000">
                <a:off x="7757076" y="3807693"/>
                <a:ext cx="97200" cy="97200"/>
              </a:xfrm>
              <a:prstGeom prst="arc">
                <a:avLst>
                  <a:gd name="adj1" fmla="val 16200000"/>
                  <a:gd name="adj2" fmla="val 5345219"/>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78" name="Google Shape;1578;p46"/>
          <p:cNvGrpSpPr/>
          <p:nvPr/>
        </p:nvGrpSpPr>
        <p:grpSpPr>
          <a:xfrm>
            <a:off x="2142392" y="3960900"/>
            <a:ext cx="3008757" cy="808292"/>
            <a:chOff x="563050" y="4175975"/>
            <a:chExt cx="3008757" cy="808292"/>
          </a:xfrm>
        </p:grpSpPr>
        <p:sp>
          <p:nvSpPr>
            <p:cNvPr id="1579" name="Google Shape;1579;p46"/>
            <p:cNvSpPr/>
            <p:nvPr/>
          </p:nvSpPr>
          <p:spPr>
            <a:xfrm>
              <a:off x="726607" y="4356367"/>
              <a:ext cx="2845200" cy="627900"/>
            </a:xfrm>
            <a:prstGeom prst="roundRect">
              <a:avLst>
                <a:gd name="adj" fmla="val 23157"/>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46"/>
            <p:cNvSpPr/>
            <p:nvPr/>
          </p:nvSpPr>
          <p:spPr>
            <a:xfrm>
              <a:off x="644828" y="4266171"/>
              <a:ext cx="2845200" cy="627900"/>
            </a:xfrm>
            <a:prstGeom prst="roundRect">
              <a:avLst>
                <a:gd name="adj" fmla="val 23157"/>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1" name="Google Shape;1581;p46"/>
            <p:cNvGrpSpPr/>
            <p:nvPr/>
          </p:nvGrpSpPr>
          <p:grpSpPr>
            <a:xfrm>
              <a:off x="563050" y="4175975"/>
              <a:ext cx="2845200" cy="627900"/>
              <a:chOff x="563050" y="4175975"/>
              <a:chExt cx="2845200" cy="627900"/>
            </a:xfrm>
          </p:grpSpPr>
          <p:sp>
            <p:nvSpPr>
              <p:cNvPr id="1582" name="Google Shape;1582;p46"/>
              <p:cNvSpPr/>
              <p:nvPr/>
            </p:nvSpPr>
            <p:spPr>
              <a:xfrm>
                <a:off x="563050" y="4175975"/>
                <a:ext cx="2845200" cy="627900"/>
              </a:xfrm>
              <a:prstGeom prst="roundRect">
                <a:avLst>
                  <a:gd name="adj" fmla="val 23157"/>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46"/>
              <p:cNvSpPr/>
              <p:nvPr/>
            </p:nvSpPr>
            <p:spPr>
              <a:xfrm>
                <a:off x="772161" y="4338582"/>
                <a:ext cx="305100" cy="289800"/>
              </a:xfrm>
              <a:prstGeom prst="star5">
                <a:avLst>
                  <a:gd name="adj" fmla="val 22600"/>
                  <a:gd name="hf" fmla="val 105146"/>
                  <a:gd name="vf" fmla="val 110557"/>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46"/>
              <p:cNvSpPr/>
              <p:nvPr/>
            </p:nvSpPr>
            <p:spPr>
              <a:xfrm>
                <a:off x="1196486" y="4338582"/>
                <a:ext cx="305100" cy="289800"/>
              </a:xfrm>
              <a:prstGeom prst="star5">
                <a:avLst>
                  <a:gd name="adj" fmla="val 22600"/>
                  <a:gd name="hf" fmla="val 105146"/>
                  <a:gd name="vf" fmla="val 110557"/>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6"/>
              <p:cNvSpPr/>
              <p:nvPr/>
            </p:nvSpPr>
            <p:spPr>
              <a:xfrm>
                <a:off x="1620811" y="4338582"/>
                <a:ext cx="305100" cy="289800"/>
              </a:xfrm>
              <a:prstGeom prst="star5">
                <a:avLst>
                  <a:gd name="adj" fmla="val 22600"/>
                  <a:gd name="hf" fmla="val 105146"/>
                  <a:gd name="vf" fmla="val 110557"/>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46"/>
              <p:cNvSpPr/>
              <p:nvPr/>
            </p:nvSpPr>
            <p:spPr>
              <a:xfrm>
                <a:off x="2045137" y="4338582"/>
                <a:ext cx="305100" cy="289800"/>
              </a:xfrm>
              <a:prstGeom prst="star5">
                <a:avLst>
                  <a:gd name="adj" fmla="val 22600"/>
                  <a:gd name="hf" fmla="val 105146"/>
                  <a:gd name="vf" fmla="val 110557"/>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46"/>
              <p:cNvSpPr/>
              <p:nvPr/>
            </p:nvSpPr>
            <p:spPr>
              <a:xfrm>
                <a:off x="2469462" y="4338582"/>
                <a:ext cx="305100" cy="289800"/>
              </a:xfrm>
              <a:prstGeom prst="star5">
                <a:avLst>
                  <a:gd name="adj" fmla="val 22600"/>
                  <a:gd name="hf" fmla="val 105146"/>
                  <a:gd name="vf" fmla="val 110557"/>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46"/>
              <p:cNvSpPr/>
              <p:nvPr/>
            </p:nvSpPr>
            <p:spPr>
              <a:xfrm>
                <a:off x="2893787" y="4338582"/>
                <a:ext cx="305100" cy="289800"/>
              </a:xfrm>
              <a:prstGeom prst="star5">
                <a:avLst>
                  <a:gd name="adj" fmla="val 22600"/>
                  <a:gd name="hf" fmla="val 105146"/>
                  <a:gd name="vf" fmla="val 110557"/>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89" name="Google Shape;1589;p46"/>
          <p:cNvSpPr/>
          <p:nvPr/>
        </p:nvSpPr>
        <p:spPr>
          <a:xfrm rot="-7594430">
            <a:off x="6082659" y="3980863"/>
            <a:ext cx="557347" cy="420725"/>
          </a:xfrm>
          <a:prstGeom prst="rightArrow">
            <a:avLst>
              <a:gd name="adj1" fmla="val 21312"/>
              <a:gd name="adj2" fmla="val 94987"/>
            </a:avLst>
          </a:pr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0" name="Google Shape;1590;p46"/>
          <p:cNvGrpSpPr/>
          <p:nvPr/>
        </p:nvGrpSpPr>
        <p:grpSpPr>
          <a:xfrm>
            <a:off x="7517094" y="1110541"/>
            <a:ext cx="998071" cy="846226"/>
            <a:chOff x="413569" y="784229"/>
            <a:chExt cx="998071" cy="846226"/>
          </a:xfrm>
        </p:grpSpPr>
        <p:sp>
          <p:nvSpPr>
            <p:cNvPr id="1591" name="Google Shape;1591;p46"/>
            <p:cNvSpPr/>
            <p:nvPr/>
          </p:nvSpPr>
          <p:spPr>
            <a:xfrm rot="10800000" flipH="1">
              <a:off x="413569"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46"/>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6"/>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6"/>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46"/>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46"/>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46"/>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1693" name="Google Shape;1693;p50"/>
          <p:cNvSpPr/>
          <p:nvPr/>
        </p:nvSpPr>
        <p:spPr>
          <a:xfrm>
            <a:off x="2689800" y="1395400"/>
            <a:ext cx="37644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0"/>
          <p:cNvSpPr txBox="1">
            <a:spLocks noGrp="1"/>
          </p:cNvSpPr>
          <p:nvPr>
            <p:ph type="title"/>
          </p:nvPr>
        </p:nvSpPr>
        <p:spPr>
          <a:xfrm>
            <a:off x="2721750" y="1460500"/>
            <a:ext cx="3700500" cy="721500"/>
          </a:xfrm>
          <a:prstGeom prst="rect">
            <a:avLst/>
          </a:prstGeom>
        </p:spPr>
        <p:txBody>
          <a:bodyPr spcFirstLastPara="1" wrap="square" lIns="91425" tIns="0" rIns="91425" bIns="91425" anchor="b" anchorCtr="0">
            <a:noAutofit/>
          </a:bodyPr>
          <a:lstStyle/>
          <a:p>
            <a:pPr marL="0" lvl="0" indent="0" algn="ctr" rtl="0">
              <a:spcBef>
                <a:spcPts val="0"/>
              </a:spcBef>
              <a:spcAft>
                <a:spcPts val="0"/>
              </a:spcAft>
              <a:buNone/>
            </a:pPr>
            <a:r>
              <a:rPr lang="en"/>
              <a:t>Introduction</a:t>
            </a:r>
            <a:endParaRPr/>
          </a:p>
        </p:txBody>
      </p:sp>
      <p:sp>
        <p:nvSpPr>
          <p:cNvPr id="1695" name="Google Shape;1695;p50"/>
          <p:cNvSpPr txBox="1">
            <a:spLocks noGrp="1"/>
          </p:cNvSpPr>
          <p:nvPr>
            <p:ph type="subTitle" idx="1"/>
          </p:nvPr>
        </p:nvSpPr>
        <p:spPr>
          <a:xfrm>
            <a:off x="1578200" y="2155858"/>
            <a:ext cx="5540480" cy="1524300"/>
          </a:xfrm>
          <a:prstGeom prst="rect">
            <a:avLst/>
          </a:prstGeom>
        </p:spPr>
        <p:txBody>
          <a:bodyPr spcFirstLastPara="1" wrap="square" lIns="91425" tIns="91425" rIns="91425" bIns="91425" anchor="t" anchorCtr="0">
            <a:noAutofit/>
          </a:bodyPr>
          <a:lstStyle/>
          <a:p>
            <a:r>
              <a:rPr lang="en-GB" sz="1200" dirty="0"/>
              <a:t>Communication is fundamental aspect of human interaction, and understanding how people communicate in different social situations is essential in sociolinguistics. Dell Hymes introduced the SPEAKING model as a framework for </a:t>
            </a:r>
            <a:r>
              <a:rPr lang="en-GB" sz="1200" dirty="0" err="1"/>
              <a:t>analyzing</a:t>
            </a:r>
            <a:r>
              <a:rPr lang="en-GB" sz="1200" dirty="0"/>
              <a:t> speech events by examining their components, such as setting, participants, ends, and genre. This model helps researchers understand not only what is said, but also how and why it is spoken within a cultural context.</a:t>
            </a:r>
            <a:endParaRPr lang="en-ID" sz="1200" dirty="0"/>
          </a:p>
          <a:p>
            <a:endParaRPr lang="en-ID" sz="1050" dirty="0"/>
          </a:p>
        </p:txBody>
      </p:sp>
      <p:grpSp>
        <p:nvGrpSpPr>
          <p:cNvPr id="1696" name="Google Shape;1696;p50"/>
          <p:cNvGrpSpPr/>
          <p:nvPr/>
        </p:nvGrpSpPr>
        <p:grpSpPr>
          <a:xfrm>
            <a:off x="7051619" y="1131879"/>
            <a:ext cx="998071" cy="846226"/>
            <a:chOff x="413569" y="784229"/>
            <a:chExt cx="998071" cy="846226"/>
          </a:xfrm>
        </p:grpSpPr>
        <p:sp>
          <p:nvSpPr>
            <p:cNvPr id="1697" name="Google Shape;1697;p50"/>
            <p:cNvSpPr/>
            <p:nvPr/>
          </p:nvSpPr>
          <p:spPr>
            <a:xfrm rot="10800000" flipH="1">
              <a:off x="413569"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0"/>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0"/>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0"/>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0"/>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0"/>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0"/>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4" name="Google Shape;1704;p50"/>
          <p:cNvGrpSpPr/>
          <p:nvPr/>
        </p:nvGrpSpPr>
        <p:grpSpPr>
          <a:xfrm flipH="1">
            <a:off x="1220747" y="3494558"/>
            <a:ext cx="871623" cy="751268"/>
            <a:chOff x="1831350" y="1163925"/>
            <a:chExt cx="757670" cy="686842"/>
          </a:xfrm>
        </p:grpSpPr>
        <p:sp>
          <p:nvSpPr>
            <p:cNvPr id="1705" name="Google Shape;1705;p50"/>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50"/>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7" name="Google Shape;1707;p50"/>
          <p:cNvGrpSpPr/>
          <p:nvPr/>
        </p:nvGrpSpPr>
        <p:grpSpPr>
          <a:xfrm>
            <a:off x="796925" y="937446"/>
            <a:ext cx="1484851" cy="1432315"/>
            <a:chOff x="3829575" y="816900"/>
            <a:chExt cx="1484851" cy="1432315"/>
          </a:xfrm>
        </p:grpSpPr>
        <p:sp>
          <p:nvSpPr>
            <p:cNvPr id="1708" name="Google Shape;1708;p50"/>
            <p:cNvSpPr/>
            <p:nvPr/>
          </p:nvSpPr>
          <p:spPr>
            <a:xfrm>
              <a:off x="5117437" y="915372"/>
              <a:ext cx="196989" cy="142699"/>
            </a:xfrm>
            <a:custGeom>
              <a:avLst/>
              <a:gdLst/>
              <a:ahLst/>
              <a:cxnLst/>
              <a:rect l="l" t="t" r="r" b="b"/>
              <a:pathLst>
                <a:path w="4619" h="3346" extrusionOk="0">
                  <a:moveTo>
                    <a:pt x="2309" y="0"/>
                  </a:moveTo>
                  <a:lnTo>
                    <a:pt x="1" y="2328"/>
                  </a:lnTo>
                  <a:lnTo>
                    <a:pt x="2309" y="3346"/>
                  </a:lnTo>
                  <a:lnTo>
                    <a:pt x="4091" y="1546"/>
                  </a:lnTo>
                  <a:lnTo>
                    <a:pt x="3709" y="1164"/>
                  </a:lnTo>
                  <a:lnTo>
                    <a:pt x="4273" y="1382"/>
                  </a:lnTo>
                  <a:lnTo>
                    <a:pt x="4618" y="1019"/>
                  </a:lnTo>
                  <a:lnTo>
                    <a:pt x="230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50"/>
            <p:cNvSpPr/>
            <p:nvPr/>
          </p:nvSpPr>
          <p:spPr>
            <a:xfrm>
              <a:off x="5074022" y="816900"/>
              <a:ext cx="141931" cy="197756"/>
            </a:xfrm>
            <a:custGeom>
              <a:avLst/>
              <a:gdLst/>
              <a:ahLst/>
              <a:cxnLst/>
              <a:rect l="l" t="t" r="r" b="b"/>
              <a:pathLst>
                <a:path w="3328" h="4637" extrusionOk="0">
                  <a:moveTo>
                    <a:pt x="2309" y="0"/>
                  </a:moveTo>
                  <a:lnTo>
                    <a:pt x="473" y="1837"/>
                  </a:lnTo>
                  <a:lnTo>
                    <a:pt x="546" y="2564"/>
                  </a:lnTo>
                  <a:lnTo>
                    <a:pt x="309" y="2019"/>
                  </a:lnTo>
                  <a:lnTo>
                    <a:pt x="0" y="2328"/>
                  </a:lnTo>
                  <a:lnTo>
                    <a:pt x="1019" y="4637"/>
                  </a:lnTo>
                  <a:lnTo>
                    <a:pt x="3327" y="2309"/>
                  </a:lnTo>
                  <a:lnTo>
                    <a:pt x="230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0"/>
            <p:cNvSpPr/>
            <p:nvPr/>
          </p:nvSpPr>
          <p:spPr>
            <a:xfrm>
              <a:off x="3829575" y="902962"/>
              <a:ext cx="1452275" cy="1346254"/>
            </a:xfrm>
            <a:custGeom>
              <a:avLst/>
              <a:gdLst/>
              <a:ahLst/>
              <a:cxnLst/>
              <a:rect l="l" t="t" r="r" b="b"/>
              <a:pathLst>
                <a:path w="34053" h="31567" extrusionOk="0">
                  <a:moveTo>
                    <a:pt x="17036" y="2964"/>
                  </a:moveTo>
                  <a:cubicBezTo>
                    <a:pt x="22217" y="2964"/>
                    <a:pt x="26890" y="6091"/>
                    <a:pt x="28890" y="10873"/>
                  </a:cubicBezTo>
                  <a:cubicBezTo>
                    <a:pt x="30871" y="15672"/>
                    <a:pt x="29762" y="21181"/>
                    <a:pt x="26108" y="24853"/>
                  </a:cubicBezTo>
                  <a:cubicBezTo>
                    <a:pt x="23599" y="27362"/>
                    <a:pt x="20313" y="28617"/>
                    <a:pt x="17029" y="28617"/>
                  </a:cubicBezTo>
                  <a:cubicBezTo>
                    <a:pt x="13745" y="28617"/>
                    <a:pt x="10463" y="27362"/>
                    <a:pt x="7964" y="24853"/>
                  </a:cubicBezTo>
                  <a:cubicBezTo>
                    <a:pt x="4291" y="21181"/>
                    <a:pt x="3200" y="15672"/>
                    <a:pt x="5182" y="10873"/>
                  </a:cubicBezTo>
                  <a:cubicBezTo>
                    <a:pt x="7164" y="6091"/>
                    <a:pt x="11836" y="2964"/>
                    <a:pt x="17036" y="2964"/>
                  </a:cubicBezTo>
                  <a:close/>
                  <a:moveTo>
                    <a:pt x="17018" y="1"/>
                  </a:moveTo>
                  <a:cubicBezTo>
                    <a:pt x="10636" y="1"/>
                    <a:pt x="4873" y="3837"/>
                    <a:pt x="2437" y="9745"/>
                  </a:cubicBezTo>
                  <a:cubicBezTo>
                    <a:pt x="1" y="15636"/>
                    <a:pt x="1346" y="22435"/>
                    <a:pt x="5855" y="26944"/>
                  </a:cubicBezTo>
                  <a:cubicBezTo>
                    <a:pt x="8936" y="30026"/>
                    <a:pt x="12977" y="31567"/>
                    <a:pt x="17018" y="31567"/>
                  </a:cubicBezTo>
                  <a:cubicBezTo>
                    <a:pt x="21058" y="31567"/>
                    <a:pt x="25099" y="30026"/>
                    <a:pt x="28180" y="26944"/>
                  </a:cubicBezTo>
                  <a:cubicBezTo>
                    <a:pt x="32707" y="22435"/>
                    <a:pt x="34053" y="15636"/>
                    <a:pt x="31617" y="9745"/>
                  </a:cubicBezTo>
                  <a:cubicBezTo>
                    <a:pt x="29162" y="3837"/>
                    <a:pt x="23417" y="1"/>
                    <a:pt x="170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0"/>
            <p:cNvSpPr/>
            <p:nvPr/>
          </p:nvSpPr>
          <p:spPr>
            <a:xfrm>
              <a:off x="4008694" y="1029325"/>
              <a:ext cx="1094079" cy="1094079"/>
            </a:xfrm>
            <a:custGeom>
              <a:avLst/>
              <a:gdLst/>
              <a:ahLst/>
              <a:cxnLst/>
              <a:rect l="l" t="t" r="r" b="b"/>
              <a:pathLst>
                <a:path w="25654" h="25654" extrusionOk="0">
                  <a:moveTo>
                    <a:pt x="12818" y="1"/>
                  </a:moveTo>
                  <a:cubicBezTo>
                    <a:pt x="5745" y="1"/>
                    <a:pt x="0" y="5746"/>
                    <a:pt x="0" y="12818"/>
                  </a:cubicBezTo>
                  <a:cubicBezTo>
                    <a:pt x="0" y="19909"/>
                    <a:pt x="5745" y="25654"/>
                    <a:pt x="12818" y="25654"/>
                  </a:cubicBezTo>
                  <a:cubicBezTo>
                    <a:pt x="19908" y="25654"/>
                    <a:pt x="25653" y="19909"/>
                    <a:pt x="25653" y="12818"/>
                  </a:cubicBezTo>
                  <a:cubicBezTo>
                    <a:pt x="25653" y="5746"/>
                    <a:pt x="19908" y="1"/>
                    <a:pt x="128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50"/>
            <p:cNvSpPr/>
            <p:nvPr/>
          </p:nvSpPr>
          <p:spPr>
            <a:xfrm>
              <a:off x="4135057" y="1155731"/>
              <a:ext cx="841307" cy="841307"/>
            </a:xfrm>
            <a:custGeom>
              <a:avLst/>
              <a:gdLst/>
              <a:ahLst/>
              <a:cxnLst/>
              <a:rect l="l" t="t" r="r" b="b"/>
              <a:pathLst>
                <a:path w="19727" h="19727" extrusionOk="0">
                  <a:moveTo>
                    <a:pt x="9855" y="0"/>
                  </a:moveTo>
                  <a:cubicBezTo>
                    <a:pt x="4419" y="0"/>
                    <a:pt x="1" y="4418"/>
                    <a:pt x="1" y="9854"/>
                  </a:cubicBezTo>
                  <a:cubicBezTo>
                    <a:pt x="1" y="15309"/>
                    <a:pt x="4419" y="19726"/>
                    <a:pt x="9855" y="19726"/>
                  </a:cubicBezTo>
                  <a:cubicBezTo>
                    <a:pt x="15309" y="19726"/>
                    <a:pt x="19727" y="15309"/>
                    <a:pt x="19727" y="9854"/>
                  </a:cubicBezTo>
                  <a:cubicBezTo>
                    <a:pt x="19727" y="4418"/>
                    <a:pt x="15309" y="0"/>
                    <a:pt x="98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50"/>
            <p:cNvSpPr/>
            <p:nvPr/>
          </p:nvSpPr>
          <p:spPr>
            <a:xfrm>
              <a:off x="4101707" y="1155731"/>
              <a:ext cx="908008" cy="841307"/>
            </a:xfrm>
            <a:custGeom>
              <a:avLst/>
              <a:gdLst/>
              <a:ahLst/>
              <a:cxnLst/>
              <a:rect l="l" t="t" r="r" b="b"/>
              <a:pathLst>
                <a:path w="21291" h="19727" extrusionOk="0">
                  <a:moveTo>
                    <a:pt x="10637" y="2946"/>
                  </a:moveTo>
                  <a:cubicBezTo>
                    <a:pt x="13436" y="2946"/>
                    <a:pt x="15963" y="4618"/>
                    <a:pt x="17036" y="7200"/>
                  </a:cubicBezTo>
                  <a:cubicBezTo>
                    <a:pt x="18109" y="9800"/>
                    <a:pt x="17509" y="12763"/>
                    <a:pt x="15527" y="14745"/>
                  </a:cubicBezTo>
                  <a:cubicBezTo>
                    <a:pt x="14182" y="16099"/>
                    <a:pt x="12414" y="16777"/>
                    <a:pt x="10643" y="16777"/>
                  </a:cubicBezTo>
                  <a:cubicBezTo>
                    <a:pt x="8873" y="16777"/>
                    <a:pt x="7100" y="16099"/>
                    <a:pt x="5746" y="14745"/>
                  </a:cubicBezTo>
                  <a:cubicBezTo>
                    <a:pt x="3764" y="12763"/>
                    <a:pt x="3183" y="9800"/>
                    <a:pt x="4255" y="7200"/>
                  </a:cubicBezTo>
                  <a:cubicBezTo>
                    <a:pt x="5328" y="4618"/>
                    <a:pt x="7837" y="2946"/>
                    <a:pt x="10637" y="2946"/>
                  </a:cubicBezTo>
                  <a:close/>
                  <a:moveTo>
                    <a:pt x="10637" y="0"/>
                  </a:moveTo>
                  <a:cubicBezTo>
                    <a:pt x="6655" y="0"/>
                    <a:pt x="3055" y="2400"/>
                    <a:pt x="1528" y="6073"/>
                  </a:cubicBezTo>
                  <a:cubicBezTo>
                    <a:pt x="1" y="9763"/>
                    <a:pt x="855" y="13999"/>
                    <a:pt x="3673" y="16836"/>
                  </a:cubicBezTo>
                  <a:cubicBezTo>
                    <a:pt x="5601" y="18763"/>
                    <a:pt x="8123" y="19726"/>
                    <a:pt x="10646" y="19726"/>
                  </a:cubicBezTo>
                  <a:cubicBezTo>
                    <a:pt x="13168" y="19726"/>
                    <a:pt x="15691" y="18763"/>
                    <a:pt x="17618" y="16836"/>
                  </a:cubicBezTo>
                  <a:cubicBezTo>
                    <a:pt x="20436" y="13999"/>
                    <a:pt x="21290" y="9763"/>
                    <a:pt x="19763" y="6073"/>
                  </a:cubicBezTo>
                  <a:cubicBezTo>
                    <a:pt x="18236" y="2400"/>
                    <a:pt x="14636" y="0"/>
                    <a:pt x="106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50"/>
            <p:cNvSpPr/>
            <p:nvPr/>
          </p:nvSpPr>
          <p:spPr>
            <a:xfrm>
              <a:off x="4260654" y="1281198"/>
              <a:ext cx="618815" cy="590156"/>
            </a:xfrm>
            <a:custGeom>
              <a:avLst/>
              <a:gdLst/>
              <a:ahLst/>
              <a:cxnLst/>
              <a:rect l="l" t="t" r="r" b="b"/>
              <a:pathLst>
                <a:path w="14510" h="13838" extrusionOk="0">
                  <a:moveTo>
                    <a:pt x="6910" y="2949"/>
                  </a:moveTo>
                  <a:cubicBezTo>
                    <a:pt x="10437" y="2949"/>
                    <a:pt x="12200" y="7221"/>
                    <a:pt x="9709" y="9712"/>
                  </a:cubicBezTo>
                  <a:cubicBezTo>
                    <a:pt x="8937" y="10485"/>
                    <a:pt x="7923" y="10871"/>
                    <a:pt x="6912" y="10871"/>
                  </a:cubicBezTo>
                  <a:cubicBezTo>
                    <a:pt x="5901" y="10871"/>
                    <a:pt x="4892" y="10485"/>
                    <a:pt x="4128" y="9712"/>
                  </a:cubicBezTo>
                  <a:cubicBezTo>
                    <a:pt x="1619" y="7221"/>
                    <a:pt x="3383" y="2949"/>
                    <a:pt x="6910" y="2949"/>
                  </a:cubicBezTo>
                  <a:close/>
                  <a:moveTo>
                    <a:pt x="6931" y="0"/>
                  </a:moveTo>
                  <a:cubicBezTo>
                    <a:pt x="6035" y="0"/>
                    <a:pt x="5132" y="174"/>
                    <a:pt x="4273" y="531"/>
                  </a:cubicBezTo>
                  <a:cubicBezTo>
                    <a:pt x="1692" y="1604"/>
                    <a:pt x="1" y="4112"/>
                    <a:pt x="1" y="6912"/>
                  </a:cubicBezTo>
                  <a:cubicBezTo>
                    <a:pt x="1" y="9712"/>
                    <a:pt x="1692" y="12239"/>
                    <a:pt x="4273" y="13312"/>
                  </a:cubicBezTo>
                  <a:cubicBezTo>
                    <a:pt x="5126" y="13666"/>
                    <a:pt x="6022" y="13838"/>
                    <a:pt x="6911" y="13838"/>
                  </a:cubicBezTo>
                  <a:cubicBezTo>
                    <a:pt x="8715" y="13838"/>
                    <a:pt x="10491" y="13130"/>
                    <a:pt x="11818" y="11803"/>
                  </a:cubicBezTo>
                  <a:cubicBezTo>
                    <a:pt x="14509" y="9112"/>
                    <a:pt x="14509" y="4731"/>
                    <a:pt x="11818" y="2022"/>
                  </a:cubicBezTo>
                  <a:cubicBezTo>
                    <a:pt x="10496" y="699"/>
                    <a:pt x="8728" y="0"/>
                    <a:pt x="693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0"/>
            <p:cNvSpPr/>
            <p:nvPr/>
          </p:nvSpPr>
          <p:spPr>
            <a:xfrm>
              <a:off x="4387060" y="1407732"/>
              <a:ext cx="337299" cy="337299"/>
            </a:xfrm>
            <a:custGeom>
              <a:avLst/>
              <a:gdLst/>
              <a:ahLst/>
              <a:cxnLst/>
              <a:rect l="l" t="t" r="r" b="b"/>
              <a:pathLst>
                <a:path w="7909" h="7909" extrusionOk="0">
                  <a:moveTo>
                    <a:pt x="3946" y="0"/>
                  </a:moveTo>
                  <a:cubicBezTo>
                    <a:pt x="1764" y="0"/>
                    <a:pt x="0" y="1764"/>
                    <a:pt x="0" y="3945"/>
                  </a:cubicBezTo>
                  <a:cubicBezTo>
                    <a:pt x="0" y="6127"/>
                    <a:pt x="1764" y="7909"/>
                    <a:pt x="3946" y="7909"/>
                  </a:cubicBezTo>
                  <a:cubicBezTo>
                    <a:pt x="6145" y="7909"/>
                    <a:pt x="7909" y="6127"/>
                    <a:pt x="7909" y="3945"/>
                  </a:cubicBezTo>
                  <a:cubicBezTo>
                    <a:pt x="7909" y="1764"/>
                    <a:pt x="6145" y="0"/>
                    <a:pt x="39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0"/>
            <p:cNvSpPr/>
            <p:nvPr/>
          </p:nvSpPr>
          <p:spPr>
            <a:xfrm>
              <a:off x="4549120" y="895968"/>
              <a:ext cx="686198" cy="687009"/>
            </a:xfrm>
            <a:custGeom>
              <a:avLst/>
              <a:gdLst/>
              <a:ahLst/>
              <a:cxnLst/>
              <a:rect l="l" t="t" r="r" b="b"/>
              <a:pathLst>
                <a:path w="16090" h="16109" extrusionOk="0">
                  <a:moveTo>
                    <a:pt x="15781" y="1"/>
                  </a:moveTo>
                  <a:lnTo>
                    <a:pt x="0" y="15782"/>
                  </a:lnTo>
                  <a:lnTo>
                    <a:pt x="309" y="16109"/>
                  </a:lnTo>
                  <a:lnTo>
                    <a:pt x="16090" y="328"/>
                  </a:lnTo>
                  <a:lnTo>
                    <a:pt x="157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0"/>
            <p:cNvSpPr/>
            <p:nvPr/>
          </p:nvSpPr>
          <p:spPr>
            <a:xfrm>
              <a:off x="5139912" y="988256"/>
              <a:ext cx="102397" cy="48874"/>
            </a:xfrm>
            <a:custGeom>
              <a:avLst/>
              <a:gdLst/>
              <a:ahLst/>
              <a:cxnLst/>
              <a:rect l="l" t="t" r="r" b="b"/>
              <a:pathLst>
                <a:path w="2401" h="1146" extrusionOk="0">
                  <a:moveTo>
                    <a:pt x="55" y="0"/>
                  </a:moveTo>
                  <a:lnTo>
                    <a:pt x="1" y="146"/>
                  </a:lnTo>
                  <a:lnTo>
                    <a:pt x="2328" y="1146"/>
                  </a:lnTo>
                  <a:lnTo>
                    <a:pt x="2401" y="982"/>
                  </a:lnTo>
                  <a:lnTo>
                    <a:pt x="55"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50"/>
            <p:cNvSpPr/>
            <p:nvPr/>
          </p:nvSpPr>
          <p:spPr>
            <a:xfrm>
              <a:off x="5156971" y="829310"/>
              <a:ext cx="50452" cy="100051"/>
            </a:xfrm>
            <a:custGeom>
              <a:avLst/>
              <a:gdLst/>
              <a:ahLst/>
              <a:cxnLst/>
              <a:rect l="l" t="t" r="r" b="b"/>
              <a:pathLst>
                <a:path w="1183" h="2346" extrusionOk="0">
                  <a:moveTo>
                    <a:pt x="146" y="0"/>
                  </a:moveTo>
                  <a:lnTo>
                    <a:pt x="1" y="55"/>
                  </a:lnTo>
                  <a:lnTo>
                    <a:pt x="1037" y="2346"/>
                  </a:lnTo>
                  <a:lnTo>
                    <a:pt x="1182" y="2291"/>
                  </a:lnTo>
                  <a:lnTo>
                    <a:pt x="146"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50"/>
            <p:cNvSpPr/>
            <p:nvPr/>
          </p:nvSpPr>
          <p:spPr>
            <a:xfrm>
              <a:off x="3961398" y="1025401"/>
              <a:ext cx="1173147" cy="1101116"/>
            </a:xfrm>
            <a:custGeom>
              <a:avLst/>
              <a:gdLst/>
              <a:ahLst/>
              <a:cxnLst/>
              <a:rect l="l" t="t" r="r" b="b"/>
              <a:pathLst>
                <a:path w="27508" h="25819" extrusionOk="0">
                  <a:moveTo>
                    <a:pt x="13951" y="0"/>
                  </a:moveTo>
                  <a:cubicBezTo>
                    <a:pt x="10597" y="0"/>
                    <a:pt x="7289" y="1306"/>
                    <a:pt x="4800" y="3784"/>
                  </a:cubicBezTo>
                  <a:cubicBezTo>
                    <a:pt x="1109" y="7474"/>
                    <a:pt x="0" y="13038"/>
                    <a:pt x="2000" y="17855"/>
                  </a:cubicBezTo>
                  <a:cubicBezTo>
                    <a:pt x="3994" y="22678"/>
                    <a:pt x="8700" y="25819"/>
                    <a:pt x="13900" y="25819"/>
                  </a:cubicBezTo>
                  <a:cubicBezTo>
                    <a:pt x="13915" y="25819"/>
                    <a:pt x="13930" y="25819"/>
                    <a:pt x="13945" y="25819"/>
                  </a:cubicBezTo>
                  <a:cubicBezTo>
                    <a:pt x="16217" y="25819"/>
                    <a:pt x="18435" y="25219"/>
                    <a:pt x="20399" y="24091"/>
                  </a:cubicBezTo>
                  <a:lnTo>
                    <a:pt x="20326" y="23946"/>
                  </a:lnTo>
                  <a:cubicBezTo>
                    <a:pt x="18331" y="25095"/>
                    <a:pt x="16131" y="25654"/>
                    <a:pt x="13950" y="25654"/>
                  </a:cubicBezTo>
                  <a:cubicBezTo>
                    <a:pt x="10505" y="25654"/>
                    <a:pt x="7107" y="24261"/>
                    <a:pt x="4636" y="21601"/>
                  </a:cubicBezTo>
                  <a:cubicBezTo>
                    <a:pt x="600" y="17255"/>
                    <a:pt x="91" y="10710"/>
                    <a:pt x="3400" y="5802"/>
                  </a:cubicBezTo>
                  <a:cubicBezTo>
                    <a:pt x="5824" y="2212"/>
                    <a:pt x="9813" y="195"/>
                    <a:pt x="13937" y="195"/>
                  </a:cubicBezTo>
                  <a:cubicBezTo>
                    <a:pt x="15472" y="195"/>
                    <a:pt x="17027" y="474"/>
                    <a:pt x="18526" y="1057"/>
                  </a:cubicBezTo>
                  <a:cubicBezTo>
                    <a:pt x="24071" y="3184"/>
                    <a:pt x="27380" y="8874"/>
                    <a:pt x="26544" y="14747"/>
                  </a:cubicBezTo>
                  <a:lnTo>
                    <a:pt x="26708" y="14765"/>
                  </a:lnTo>
                  <a:cubicBezTo>
                    <a:pt x="27508" y="9256"/>
                    <a:pt x="24690" y="3856"/>
                    <a:pt x="19726" y="1366"/>
                  </a:cubicBezTo>
                  <a:cubicBezTo>
                    <a:pt x="17888" y="447"/>
                    <a:pt x="15912" y="0"/>
                    <a:pt x="13951" y="0"/>
                  </a:cubicBez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50"/>
            <p:cNvSpPr/>
            <p:nvPr/>
          </p:nvSpPr>
          <p:spPr>
            <a:xfrm>
              <a:off x="4100940" y="1152106"/>
              <a:ext cx="920418" cy="848046"/>
            </a:xfrm>
            <a:custGeom>
              <a:avLst/>
              <a:gdLst/>
              <a:ahLst/>
              <a:cxnLst/>
              <a:rect l="l" t="t" r="r" b="b"/>
              <a:pathLst>
                <a:path w="21582" h="19885" extrusionOk="0">
                  <a:moveTo>
                    <a:pt x="10722" y="176"/>
                  </a:moveTo>
                  <a:cubicBezTo>
                    <a:pt x="13297" y="176"/>
                    <a:pt x="15761" y="1210"/>
                    <a:pt x="17581" y="3031"/>
                  </a:cubicBezTo>
                  <a:cubicBezTo>
                    <a:pt x="20872" y="6321"/>
                    <a:pt x="21381" y="11485"/>
                    <a:pt x="18799" y="15357"/>
                  </a:cubicBezTo>
                  <a:cubicBezTo>
                    <a:pt x="16932" y="18152"/>
                    <a:pt x="13845" y="19718"/>
                    <a:pt x="10657" y="19718"/>
                  </a:cubicBezTo>
                  <a:cubicBezTo>
                    <a:pt x="9407" y="19718"/>
                    <a:pt x="8141" y="19477"/>
                    <a:pt x="6928" y="18975"/>
                  </a:cubicBezTo>
                  <a:cubicBezTo>
                    <a:pt x="2619" y="17193"/>
                    <a:pt x="183" y="12612"/>
                    <a:pt x="1092" y="8049"/>
                  </a:cubicBezTo>
                  <a:cubicBezTo>
                    <a:pt x="1982" y="3467"/>
                    <a:pt x="6000" y="176"/>
                    <a:pt x="10655" y="176"/>
                  </a:cubicBezTo>
                  <a:cubicBezTo>
                    <a:pt x="10677" y="176"/>
                    <a:pt x="10699" y="176"/>
                    <a:pt x="10722" y="176"/>
                  </a:cubicBezTo>
                  <a:close/>
                  <a:moveTo>
                    <a:pt x="10684" y="1"/>
                  </a:moveTo>
                  <a:cubicBezTo>
                    <a:pt x="9412" y="1"/>
                    <a:pt x="8125" y="246"/>
                    <a:pt x="6891" y="758"/>
                  </a:cubicBezTo>
                  <a:cubicBezTo>
                    <a:pt x="2491" y="2558"/>
                    <a:pt x="1" y="7212"/>
                    <a:pt x="928" y="11866"/>
                  </a:cubicBezTo>
                  <a:cubicBezTo>
                    <a:pt x="1837" y="16521"/>
                    <a:pt x="5909" y="19884"/>
                    <a:pt x="10655" y="19884"/>
                  </a:cubicBezTo>
                  <a:cubicBezTo>
                    <a:pt x="13309" y="19884"/>
                    <a:pt x="15836" y="18848"/>
                    <a:pt x="17709" y="16975"/>
                  </a:cubicBezTo>
                  <a:cubicBezTo>
                    <a:pt x="21054" y="13630"/>
                    <a:pt x="21581" y="8376"/>
                    <a:pt x="18945" y="4431"/>
                  </a:cubicBezTo>
                  <a:cubicBezTo>
                    <a:pt x="17064" y="1596"/>
                    <a:pt x="13926" y="1"/>
                    <a:pt x="10684" y="1"/>
                  </a:cubicBez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50"/>
            <p:cNvSpPr/>
            <p:nvPr/>
          </p:nvSpPr>
          <p:spPr>
            <a:xfrm>
              <a:off x="4231995" y="1277658"/>
              <a:ext cx="649777" cy="596852"/>
            </a:xfrm>
            <a:custGeom>
              <a:avLst/>
              <a:gdLst/>
              <a:ahLst/>
              <a:cxnLst/>
              <a:rect l="l" t="t" r="r" b="b"/>
              <a:pathLst>
                <a:path w="15236" h="13995" extrusionOk="0">
                  <a:moveTo>
                    <a:pt x="7582" y="3123"/>
                  </a:moveTo>
                  <a:cubicBezTo>
                    <a:pt x="8618" y="3141"/>
                    <a:pt x="9600" y="3541"/>
                    <a:pt x="10309" y="4268"/>
                  </a:cubicBezTo>
                  <a:cubicBezTo>
                    <a:pt x="11618" y="5577"/>
                    <a:pt x="11818" y="7632"/>
                    <a:pt x="10781" y="9159"/>
                  </a:cubicBezTo>
                  <a:cubicBezTo>
                    <a:pt x="10054" y="10250"/>
                    <a:pt x="8844" y="10858"/>
                    <a:pt x="7589" y="10858"/>
                  </a:cubicBezTo>
                  <a:cubicBezTo>
                    <a:pt x="7088" y="10858"/>
                    <a:pt x="6579" y="10761"/>
                    <a:pt x="6091" y="10559"/>
                  </a:cubicBezTo>
                  <a:cubicBezTo>
                    <a:pt x="4400" y="9850"/>
                    <a:pt x="3436" y="8050"/>
                    <a:pt x="3800" y="6232"/>
                  </a:cubicBezTo>
                  <a:cubicBezTo>
                    <a:pt x="4164" y="4432"/>
                    <a:pt x="5745" y="3141"/>
                    <a:pt x="7582" y="3141"/>
                  </a:cubicBezTo>
                  <a:lnTo>
                    <a:pt x="7582" y="3123"/>
                  </a:lnTo>
                  <a:close/>
                  <a:moveTo>
                    <a:pt x="7581" y="2966"/>
                  </a:moveTo>
                  <a:cubicBezTo>
                    <a:pt x="7068" y="2966"/>
                    <a:pt x="6550" y="3064"/>
                    <a:pt x="6054" y="3268"/>
                  </a:cubicBezTo>
                  <a:cubicBezTo>
                    <a:pt x="4273" y="4014"/>
                    <a:pt x="3255" y="5904"/>
                    <a:pt x="3618" y="7795"/>
                  </a:cubicBezTo>
                  <a:cubicBezTo>
                    <a:pt x="4000" y="9686"/>
                    <a:pt x="5654" y="11050"/>
                    <a:pt x="7582" y="11050"/>
                  </a:cubicBezTo>
                  <a:lnTo>
                    <a:pt x="7582" y="11031"/>
                  </a:lnTo>
                  <a:cubicBezTo>
                    <a:pt x="7603" y="11032"/>
                    <a:pt x="7625" y="11032"/>
                    <a:pt x="7646" y="11032"/>
                  </a:cubicBezTo>
                  <a:cubicBezTo>
                    <a:pt x="8696" y="11032"/>
                    <a:pt x="9706" y="10598"/>
                    <a:pt x="10454" y="9868"/>
                  </a:cubicBezTo>
                  <a:cubicBezTo>
                    <a:pt x="11818" y="8504"/>
                    <a:pt x="12018" y="6359"/>
                    <a:pt x="10945" y="4759"/>
                  </a:cubicBezTo>
                  <a:cubicBezTo>
                    <a:pt x="10174" y="3609"/>
                    <a:pt x="8895" y="2966"/>
                    <a:pt x="7581" y="2966"/>
                  </a:cubicBezTo>
                  <a:close/>
                  <a:moveTo>
                    <a:pt x="7590" y="0"/>
                  </a:moveTo>
                  <a:cubicBezTo>
                    <a:pt x="6233" y="0"/>
                    <a:pt x="4872" y="394"/>
                    <a:pt x="3691" y="1196"/>
                  </a:cubicBezTo>
                  <a:cubicBezTo>
                    <a:pt x="1127" y="2905"/>
                    <a:pt x="0" y="6104"/>
                    <a:pt x="891" y="9050"/>
                  </a:cubicBezTo>
                  <a:cubicBezTo>
                    <a:pt x="1800" y="11995"/>
                    <a:pt x="4509" y="13995"/>
                    <a:pt x="7582" y="13995"/>
                  </a:cubicBezTo>
                  <a:lnTo>
                    <a:pt x="7582" y="13831"/>
                  </a:lnTo>
                  <a:cubicBezTo>
                    <a:pt x="4582" y="13831"/>
                    <a:pt x="1927" y="11868"/>
                    <a:pt x="1055" y="8995"/>
                  </a:cubicBezTo>
                  <a:cubicBezTo>
                    <a:pt x="182" y="6123"/>
                    <a:pt x="1273" y="3014"/>
                    <a:pt x="3782" y="1323"/>
                  </a:cubicBezTo>
                  <a:cubicBezTo>
                    <a:pt x="4938" y="546"/>
                    <a:pt x="6267" y="162"/>
                    <a:pt x="7592" y="162"/>
                  </a:cubicBezTo>
                  <a:cubicBezTo>
                    <a:pt x="9121" y="162"/>
                    <a:pt x="10644" y="674"/>
                    <a:pt x="11890" y="1687"/>
                  </a:cubicBezTo>
                  <a:cubicBezTo>
                    <a:pt x="14236" y="3596"/>
                    <a:pt x="15054" y="6777"/>
                    <a:pt x="13927" y="9577"/>
                  </a:cubicBezTo>
                  <a:lnTo>
                    <a:pt x="14072" y="9632"/>
                  </a:lnTo>
                  <a:cubicBezTo>
                    <a:pt x="15236" y="6777"/>
                    <a:pt x="14399" y="3505"/>
                    <a:pt x="11999" y="1559"/>
                  </a:cubicBezTo>
                  <a:cubicBezTo>
                    <a:pt x="10723" y="526"/>
                    <a:pt x="9159" y="0"/>
                    <a:pt x="7590" y="0"/>
                  </a:cubicBez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2" name="Google Shape;1722;p50"/>
          <p:cNvGrpSpPr/>
          <p:nvPr/>
        </p:nvGrpSpPr>
        <p:grpSpPr>
          <a:xfrm>
            <a:off x="6956950" y="2630926"/>
            <a:ext cx="1414522" cy="1745096"/>
            <a:chOff x="655725" y="2000651"/>
            <a:chExt cx="1414522" cy="1745096"/>
          </a:xfrm>
        </p:grpSpPr>
        <p:sp>
          <p:nvSpPr>
            <p:cNvPr id="1723" name="Google Shape;1723;p50"/>
            <p:cNvSpPr/>
            <p:nvPr/>
          </p:nvSpPr>
          <p:spPr>
            <a:xfrm>
              <a:off x="655725" y="2358103"/>
              <a:ext cx="1414522" cy="1387644"/>
            </a:xfrm>
            <a:custGeom>
              <a:avLst/>
              <a:gdLst/>
              <a:ahLst/>
              <a:cxnLst/>
              <a:rect l="l" t="t" r="r" b="b"/>
              <a:pathLst>
                <a:path w="21472" h="21064" extrusionOk="0">
                  <a:moveTo>
                    <a:pt x="10743" y="1"/>
                  </a:moveTo>
                  <a:cubicBezTo>
                    <a:pt x="10386" y="1"/>
                    <a:pt x="10027" y="101"/>
                    <a:pt x="9709" y="301"/>
                  </a:cubicBezTo>
                  <a:lnTo>
                    <a:pt x="928" y="5773"/>
                  </a:lnTo>
                  <a:cubicBezTo>
                    <a:pt x="346" y="6137"/>
                    <a:pt x="1" y="6755"/>
                    <a:pt x="19" y="7428"/>
                  </a:cubicBezTo>
                  <a:lnTo>
                    <a:pt x="19" y="19118"/>
                  </a:lnTo>
                  <a:cubicBezTo>
                    <a:pt x="19" y="20191"/>
                    <a:pt x="873" y="21063"/>
                    <a:pt x="1964" y="21063"/>
                  </a:cubicBezTo>
                  <a:lnTo>
                    <a:pt x="19545" y="21063"/>
                  </a:lnTo>
                  <a:cubicBezTo>
                    <a:pt x="20617" y="21045"/>
                    <a:pt x="21472" y="20191"/>
                    <a:pt x="21472" y="19118"/>
                  </a:cubicBezTo>
                  <a:lnTo>
                    <a:pt x="21472" y="7428"/>
                  </a:lnTo>
                  <a:cubicBezTo>
                    <a:pt x="21472" y="6755"/>
                    <a:pt x="21126" y="6137"/>
                    <a:pt x="20563" y="5773"/>
                  </a:cubicBezTo>
                  <a:lnTo>
                    <a:pt x="11763" y="301"/>
                  </a:lnTo>
                  <a:cubicBezTo>
                    <a:pt x="11454" y="101"/>
                    <a:pt x="11100" y="1"/>
                    <a:pt x="10743"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50"/>
            <p:cNvSpPr/>
            <p:nvPr/>
          </p:nvSpPr>
          <p:spPr>
            <a:xfrm>
              <a:off x="813831" y="2000651"/>
              <a:ext cx="1100747" cy="1212080"/>
            </a:xfrm>
            <a:custGeom>
              <a:avLst/>
              <a:gdLst/>
              <a:ahLst/>
              <a:cxnLst/>
              <a:rect l="l" t="t" r="r" b="b"/>
              <a:pathLst>
                <a:path w="16709" h="18399" extrusionOk="0">
                  <a:moveTo>
                    <a:pt x="0" y="0"/>
                  </a:moveTo>
                  <a:lnTo>
                    <a:pt x="0" y="12545"/>
                  </a:lnTo>
                  <a:lnTo>
                    <a:pt x="8345" y="18399"/>
                  </a:lnTo>
                  <a:lnTo>
                    <a:pt x="16708" y="12545"/>
                  </a:lnTo>
                  <a:lnTo>
                    <a:pt x="16708" y="0"/>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50"/>
            <p:cNvSpPr/>
            <p:nvPr/>
          </p:nvSpPr>
          <p:spPr>
            <a:xfrm>
              <a:off x="764687" y="3206673"/>
              <a:ext cx="1230131" cy="440852"/>
            </a:xfrm>
            <a:custGeom>
              <a:avLst/>
              <a:gdLst/>
              <a:ahLst/>
              <a:cxnLst/>
              <a:rect l="l" t="t" r="r" b="b"/>
              <a:pathLst>
                <a:path w="18673" h="6692" extrusionOk="0">
                  <a:moveTo>
                    <a:pt x="9144" y="0"/>
                  </a:moveTo>
                  <a:cubicBezTo>
                    <a:pt x="8561" y="0"/>
                    <a:pt x="7979" y="164"/>
                    <a:pt x="7473" y="492"/>
                  </a:cubicBezTo>
                  <a:lnTo>
                    <a:pt x="1" y="6564"/>
                  </a:lnTo>
                  <a:lnTo>
                    <a:pt x="110" y="6691"/>
                  </a:lnTo>
                  <a:lnTo>
                    <a:pt x="7582" y="619"/>
                  </a:lnTo>
                  <a:cubicBezTo>
                    <a:pt x="8057" y="321"/>
                    <a:pt x="8598" y="171"/>
                    <a:pt x="9140" y="171"/>
                  </a:cubicBezTo>
                  <a:cubicBezTo>
                    <a:pt x="9657" y="171"/>
                    <a:pt x="10175" y="308"/>
                    <a:pt x="10637" y="583"/>
                  </a:cubicBezTo>
                  <a:lnTo>
                    <a:pt x="18563" y="6691"/>
                  </a:lnTo>
                  <a:lnTo>
                    <a:pt x="18672" y="6564"/>
                  </a:lnTo>
                  <a:lnTo>
                    <a:pt x="10728" y="437"/>
                  </a:lnTo>
                  <a:cubicBezTo>
                    <a:pt x="10242" y="146"/>
                    <a:pt x="9693" y="0"/>
                    <a:pt x="9144" y="0"/>
                  </a:cubicBez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50"/>
            <p:cNvSpPr/>
            <p:nvPr/>
          </p:nvSpPr>
          <p:spPr>
            <a:xfrm>
              <a:off x="1082085" y="2173119"/>
              <a:ext cx="564175" cy="10804"/>
            </a:xfrm>
            <a:custGeom>
              <a:avLst/>
              <a:gdLst/>
              <a:ahLst/>
              <a:cxnLst/>
              <a:rect l="l" t="t" r="r" b="b"/>
              <a:pathLst>
                <a:path w="8564" h="164" extrusionOk="0">
                  <a:moveTo>
                    <a:pt x="1" y="0"/>
                  </a:moveTo>
                  <a:lnTo>
                    <a:pt x="1" y="164"/>
                  </a:lnTo>
                  <a:lnTo>
                    <a:pt x="8564" y="164"/>
                  </a:lnTo>
                  <a:lnTo>
                    <a:pt x="85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50"/>
            <p:cNvSpPr/>
            <p:nvPr/>
          </p:nvSpPr>
          <p:spPr>
            <a:xfrm>
              <a:off x="977933" y="2389856"/>
              <a:ext cx="771360" cy="12056"/>
            </a:xfrm>
            <a:custGeom>
              <a:avLst/>
              <a:gdLst/>
              <a:ahLst/>
              <a:cxnLst/>
              <a:rect l="l" t="t" r="r" b="b"/>
              <a:pathLst>
                <a:path w="11709" h="183" extrusionOk="0">
                  <a:moveTo>
                    <a:pt x="0" y="1"/>
                  </a:moveTo>
                  <a:lnTo>
                    <a:pt x="0" y="183"/>
                  </a:lnTo>
                  <a:lnTo>
                    <a:pt x="11708" y="183"/>
                  </a:lnTo>
                  <a:lnTo>
                    <a:pt x="11708"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50"/>
            <p:cNvSpPr/>
            <p:nvPr/>
          </p:nvSpPr>
          <p:spPr>
            <a:xfrm>
              <a:off x="977933" y="2551586"/>
              <a:ext cx="771360" cy="11990"/>
            </a:xfrm>
            <a:custGeom>
              <a:avLst/>
              <a:gdLst/>
              <a:ahLst/>
              <a:cxnLst/>
              <a:rect l="l" t="t" r="r" b="b"/>
              <a:pathLst>
                <a:path w="11709" h="182" extrusionOk="0">
                  <a:moveTo>
                    <a:pt x="0" y="0"/>
                  </a:moveTo>
                  <a:lnTo>
                    <a:pt x="0" y="182"/>
                  </a:lnTo>
                  <a:lnTo>
                    <a:pt x="11708" y="182"/>
                  </a:lnTo>
                  <a:lnTo>
                    <a:pt x="11708"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50"/>
            <p:cNvSpPr/>
            <p:nvPr/>
          </p:nvSpPr>
          <p:spPr>
            <a:xfrm>
              <a:off x="977933" y="2713250"/>
              <a:ext cx="771360" cy="12056"/>
            </a:xfrm>
            <a:custGeom>
              <a:avLst/>
              <a:gdLst/>
              <a:ahLst/>
              <a:cxnLst/>
              <a:rect l="l" t="t" r="r" b="b"/>
              <a:pathLst>
                <a:path w="11709" h="183" extrusionOk="0">
                  <a:moveTo>
                    <a:pt x="0" y="0"/>
                  </a:moveTo>
                  <a:lnTo>
                    <a:pt x="0" y="182"/>
                  </a:lnTo>
                  <a:lnTo>
                    <a:pt x="11708" y="182"/>
                  </a:lnTo>
                  <a:lnTo>
                    <a:pt x="11708"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50"/>
            <p:cNvSpPr/>
            <p:nvPr/>
          </p:nvSpPr>
          <p:spPr>
            <a:xfrm>
              <a:off x="977933" y="2874913"/>
              <a:ext cx="771360" cy="10870"/>
            </a:xfrm>
            <a:custGeom>
              <a:avLst/>
              <a:gdLst/>
              <a:ahLst/>
              <a:cxnLst/>
              <a:rect l="l" t="t" r="r" b="b"/>
              <a:pathLst>
                <a:path w="11709" h="165" extrusionOk="0">
                  <a:moveTo>
                    <a:pt x="0" y="1"/>
                  </a:moveTo>
                  <a:lnTo>
                    <a:pt x="0" y="164"/>
                  </a:lnTo>
                  <a:lnTo>
                    <a:pt x="11708" y="164"/>
                  </a:lnTo>
                  <a:lnTo>
                    <a:pt x="11708"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50"/>
            <p:cNvSpPr/>
            <p:nvPr/>
          </p:nvSpPr>
          <p:spPr>
            <a:xfrm>
              <a:off x="1134787" y="3036643"/>
              <a:ext cx="458771" cy="10804"/>
            </a:xfrm>
            <a:custGeom>
              <a:avLst/>
              <a:gdLst/>
              <a:ahLst/>
              <a:cxnLst/>
              <a:rect l="l" t="t" r="r" b="b"/>
              <a:pathLst>
                <a:path w="6964" h="164" extrusionOk="0">
                  <a:moveTo>
                    <a:pt x="1" y="0"/>
                  </a:moveTo>
                  <a:lnTo>
                    <a:pt x="1" y="164"/>
                  </a:lnTo>
                  <a:lnTo>
                    <a:pt x="6964" y="164"/>
                  </a:lnTo>
                  <a:lnTo>
                    <a:pt x="69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92">
          <a:extLst>
            <a:ext uri="{FF2B5EF4-FFF2-40B4-BE49-F238E27FC236}">
              <a16:creationId xmlns:a16="http://schemas.microsoft.com/office/drawing/2014/main" id="{4655D374-30D2-162F-E4B3-CB3D1C89B7B4}"/>
            </a:ext>
          </a:extLst>
        </p:cNvPr>
        <p:cNvGrpSpPr/>
        <p:nvPr/>
      </p:nvGrpSpPr>
      <p:grpSpPr>
        <a:xfrm>
          <a:off x="0" y="0"/>
          <a:ext cx="0" cy="0"/>
          <a:chOff x="0" y="0"/>
          <a:chExt cx="0" cy="0"/>
        </a:xfrm>
      </p:grpSpPr>
      <p:sp>
        <p:nvSpPr>
          <p:cNvPr id="1693" name="Google Shape;1693;p50">
            <a:extLst>
              <a:ext uri="{FF2B5EF4-FFF2-40B4-BE49-F238E27FC236}">
                <a16:creationId xmlns:a16="http://schemas.microsoft.com/office/drawing/2014/main" id="{0C10D70B-0DC7-5B04-690E-428FF047EA3E}"/>
              </a:ext>
            </a:extLst>
          </p:cNvPr>
          <p:cNvSpPr/>
          <p:nvPr/>
        </p:nvSpPr>
        <p:spPr>
          <a:xfrm>
            <a:off x="2689800" y="1395400"/>
            <a:ext cx="37644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0">
            <a:extLst>
              <a:ext uri="{FF2B5EF4-FFF2-40B4-BE49-F238E27FC236}">
                <a16:creationId xmlns:a16="http://schemas.microsoft.com/office/drawing/2014/main" id="{FB2F22C0-7B54-DFA9-3AE2-98009BD1CA24}"/>
              </a:ext>
            </a:extLst>
          </p:cNvPr>
          <p:cNvSpPr txBox="1">
            <a:spLocks noGrp="1"/>
          </p:cNvSpPr>
          <p:nvPr>
            <p:ph type="title"/>
          </p:nvPr>
        </p:nvSpPr>
        <p:spPr>
          <a:xfrm>
            <a:off x="2721750" y="1460500"/>
            <a:ext cx="3700500" cy="721500"/>
          </a:xfrm>
          <a:prstGeom prst="rect">
            <a:avLst/>
          </a:prstGeom>
        </p:spPr>
        <p:txBody>
          <a:bodyPr spcFirstLastPara="1" wrap="square" lIns="91425" tIns="0" rIns="91425" bIns="91425" anchor="b" anchorCtr="0">
            <a:noAutofit/>
          </a:bodyPr>
          <a:lstStyle/>
          <a:p>
            <a:pPr marL="0" lvl="0" indent="0" algn="ctr" rtl="0">
              <a:spcBef>
                <a:spcPts val="0"/>
              </a:spcBef>
              <a:spcAft>
                <a:spcPts val="0"/>
              </a:spcAft>
              <a:buNone/>
            </a:pPr>
            <a:r>
              <a:rPr lang="en"/>
              <a:t>Introduction</a:t>
            </a:r>
            <a:endParaRPr/>
          </a:p>
        </p:txBody>
      </p:sp>
      <p:sp>
        <p:nvSpPr>
          <p:cNvPr id="1695" name="Google Shape;1695;p50">
            <a:extLst>
              <a:ext uri="{FF2B5EF4-FFF2-40B4-BE49-F238E27FC236}">
                <a16:creationId xmlns:a16="http://schemas.microsoft.com/office/drawing/2014/main" id="{5EB08235-86E5-029E-A00A-27A3B6548698}"/>
              </a:ext>
            </a:extLst>
          </p:cNvPr>
          <p:cNvSpPr txBox="1">
            <a:spLocks noGrp="1"/>
          </p:cNvSpPr>
          <p:nvPr>
            <p:ph type="subTitle" idx="1"/>
          </p:nvPr>
        </p:nvSpPr>
        <p:spPr>
          <a:xfrm>
            <a:off x="1578200" y="2155858"/>
            <a:ext cx="5432640" cy="1524300"/>
          </a:xfrm>
          <a:prstGeom prst="rect">
            <a:avLst/>
          </a:prstGeom>
        </p:spPr>
        <p:txBody>
          <a:bodyPr spcFirstLastPara="1" wrap="square" lIns="91425" tIns="91425" rIns="91425" bIns="91425" anchor="t" anchorCtr="0">
            <a:noAutofit/>
          </a:bodyPr>
          <a:lstStyle/>
          <a:p>
            <a:r>
              <a:rPr lang="en-GB" sz="1200" dirty="0"/>
              <a:t>In this study, the conversation between two speakers Liam and Maya discussing travel plans to Indonesia is </a:t>
            </a:r>
            <a:r>
              <a:rPr lang="en-GB" sz="1200" dirty="0" err="1"/>
              <a:t>analyzed</a:t>
            </a:r>
            <a:r>
              <a:rPr lang="en-GB" sz="1200" dirty="0"/>
              <a:t> using Hymes’ SPEAKING framework. The dialogue takes place in a casual café setting, and it reflects natural, friendly communication where advice, cultural information, and personal experiences are shared. The purpose of this analysis is to identify and explain all SPEAKING components present in the conversation and demonstrate how they contribute to the meaning and function of the interaction.</a:t>
            </a:r>
            <a:endParaRPr lang="en-ID" sz="1200" dirty="0"/>
          </a:p>
        </p:txBody>
      </p:sp>
      <p:grpSp>
        <p:nvGrpSpPr>
          <p:cNvPr id="1696" name="Google Shape;1696;p50">
            <a:extLst>
              <a:ext uri="{FF2B5EF4-FFF2-40B4-BE49-F238E27FC236}">
                <a16:creationId xmlns:a16="http://schemas.microsoft.com/office/drawing/2014/main" id="{3286EB5C-8611-0230-E159-31C55619573E}"/>
              </a:ext>
            </a:extLst>
          </p:cNvPr>
          <p:cNvGrpSpPr/>
          <p:nvPr/>
        </p:nvGrpSpPr>
        <p:grpSpPr>
          <a:xfrm>
            <a:off x="7051619" y="1131879"/>
            <a:ext cx="998071" cy="846226"/>
            <a:chOff x="413569" y="784229"/>
            <a:chExt cx="998071" cy="846226"/>
          </a:xfrm>
        </p:grpSpPr>
        <p:sp>
          <p:nvSpPr>
            <p:cNvPr id="1697" name="Google Shape;1697;p50">
              <a:extLst>
                <a:ext uri="{FF2B5EF4-FFF2-40B4-BE49-F238E27FC236}">
                  <a16:creationId xmlns:a16="http://schemas.microsoft.com/office/drawing/2014/main" id="{3B111911-D392-0421-A45D-B3299285D2AB}"/>
                </a:ext>
              </a:extLst>
            </p:cNvPr>
            <p:cNvSpPr/>
            <p:nvPr/>
          </p:nvSpPr>
          <p:spPr>
            <a:xfrm rot="10800000" flipH="1">
              <a:off x="413569"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0">
              <a:extLst>
                <a:ext uri="{FF2B5EF4-FFF2-40B4-BE49-F238E27FC236}">
                  <a16:creationId xmlns:a16="http://schemas.microsoft.com/office/drawing/2014/main" id="{F1C9C285-C202-2600-10F8-C94AA9243C7B}"/>
                </a:ext>
              </a:extLst>
            </p:cNvPr>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0">
              <a:extLst>
                <a:ext uri="{FF2B5EF4-FFF2-40B4-BE49-F238E27FC236}">
                  <a16:creationId xmlns:a16="http://schemas.microsoft.com/office/drawing/2014/main" id="{ED0A75C5-270D-F924-EDB0-DD30ADE9E9BB}"/>
                </a:ext>
              </a:extLst>
            </p:cNvPr>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0">
              <a:extLst>
                <a:ext uri="{FF2B5EF4-FFF2-40B4-BE49-F238E27FC236}">
                  <a16:creationId xmlns:a16="http://schemas.microsoft.com/office/drawing/2014/main" id="{D38EB4B2-F07A-5F33-83EE-2510628B93AF}"/>
                </a:ext>
              </a:extLst>
            </p:cNvPr>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0">
              <a:extLst>
                <a:ext uri="{FF2B5EF4-FFF2-40B4-BE49-F238E27FC236}">
                  <a16:creationId xmlns:a16="http://schemas.microsoft.com/office/drawing/2014/main" id="{FDAE7E46-9406-2627-7A9A-842FD7B55741}"/>
                </a:ext>
              </a:extLst>
            </p:cNvPr>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0">
              <a:extLst>
                <a:ext uri="{FF2B5EF4-FFF2-40B4-BE49-F238E27FC236}">
                  <a16:creationId xmlns:a16="http://schemas.microsoft.com/office/drawing/2014/main" id="{5AA93E71-5F8E-A62A-BD9D-EB640AA52593}"/>
                </a:ext>
              </a:extLst>
            </p:cNvPr>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0">
              <a:extLst>
                <a:ext uri="{FF2B5EF4-FFF2-40B4-BE49-F238E27FC236}">
                  <a16:creationId xmlns:a16="http://schemas.microsoft.com/office/drawing/2014/main" id="{1064FA23-FA81-0C34-C3CF-2E6D9F963851}"/>
                </a:ext>
              </a:extLst>
            </p:cNvPr>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4" name="Google Shape;1704;p50">
            <a:extLst>
              <a:ext uri="{FF2B5EF4-FFF2-40B4-BE49-F238E27FC236}">
                <a16:creationId xmlns:a16="http://schemas.microsoft.com/office/drawing/2014/main" id="{670B85E2-9734-17A1-8DA3-2FE3869056A0}"/>
              </a:ext>
            </a:extLst>
          </p:cNvPr>
          <p:cNvGrpSpPr/>
          <p:nvPr/>
        </p:nvGrpSpPr>
        <p:grpSpPr>
          <a:xfrm flipH="1">
            <a:off x="1220747" y="3494558"/>
            <a:ext cx="871623" cy="751268"/>
            <a:chOff x="1831350" y="1163925"/>
            <a:chExt cx="757670" cy="686842"/>
          </a:xfrm>
        </p:grpSpPr>
        <p:sp>
          <p:nvSpPr>
            <p:cNvPr id="1705" name="Google Shape;1705;p50">
              <a:extLst>
                <a:ext uri="{FF2B5EF4-FFF2-40B4-BE49-F238E27FC236}">
                  <a16:creationId xmlns:a16="http://schemas.microsoft.com/office/drawing/2014/main" id="{BE6CB99A-4777-4805-A004-6A59328B5DF9}"/>
                </a:ext>
              </a:extLst>
            </p:cNvPr>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50">
              <a:extLst>
                <a:ext uri="{FF2B5EF4-FFF2-40B4-BE49-F238E27FC236}">
                  <a16:creationId xmlns:a16="http://schemas.microsoft.com/office/drawing/2014/main" id="{FA9BC172-44C9-610A-FB11-E375834A6BCE}"/>
                </a:ext>
              </a:extLst>
            </p:cNvPr>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7" name="Google Shape;1707;p50">
            <a:extLst>
              <a:ext uri="{FF2B5EF4-FFF2-40B4-BE49-F238E27FC236}">
                <a16:creationId xmlns:a16="http://schemas.microsoft.com/office/drawing/2014/main" id="{956F0580-AB09-6795-9633-9959F1ECEF50}"/>
              </a:ext>
            </a:extLst>
          </p:cNvPr>
          <p:cNvGrpSpPr/>
          <p:nvPr/>
        </p:nvGrpSpPr>
        <p:grpSpPr>
          <a:xfrm>
            <a:off x="796925" y="937446"/>
            <a:ext cx="1484851" cy="1432315"/>
            <a:chOff x="3829575" y="816900"/>
            <a:chExt cx="1484851" cy="1432315"/>
          </a:xfrm>
        </p:grpSpPr>
        <p:sp>
          <p:nvSpPr>
            <p:cNvPr id="1708" name="Google Shape;1708;p50">
              <a:extLst>
                <a:ext uri="{FF2B5EF4-FFF2-40B4-BE49-F238E27FC236}">
                  <a16:creationId xmlns:a16="http://schemas.microsoft.com/office/drawing/2014/main" id="{1896D086-90D1-C7B8-D9A3-3C21DD995456}"/>
                </a:ext>
              </a:extLst>
            </p:cNvPr>
            <p:cNvSpPr/>
            <p:nvPr/>
          </p:nvSpPr>
          <p:spPr>
            <a:xfrm>
              <a:off x="5117437" y="915372"/>
              <a:ext cx="196989" cy="142699"/>
            </a:xfrm>
            <a:custGeom>
              <a:avLst/>
              <a:gdLst/>
              <a:ahLst/>
              <a:cxnLst/>
              <a:rect l="l" t="t" r="r" b="b"/>
              <a:pathLst>
                <a:path w="4619" h="3346" extrusionOk="0">
                  <a:moveTo>
                    <a:pt x="2309" y="0"/>
                  </a:moveTo>
                  <a:lnTo>
                    <a:pt x="1" y="2328"/>
                  </a:lnTo>
                  <a:lnTo>
                    <a:pt x="2309" y="3346"/>
                  </a:lnTo>
                  <a:lnTo>
                    <a:pt x="4091" y="1546"/>
                  </a:lnTo>
                  <a:lnTo>
                    <a:pt x="3709" y="1164"/>
                  </a:lnTo>
                  <a:lnTo>
                    <a:pt x="4273" y="1382"/>
                  </a:lnTo>
                  <a:lnTo>
                    <a:pt x="4618" y="1019"/>
                  </a:lnTo>
                  <a:lnTo>
                    <a:pt x="230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50">
              <a:extLst>
                <a:ext uri="{FF2B5EF4-FFF2-40B4-BE49-F238E27FC236}">
                  <a16:creationId xmlns:a16="http://schemas.microsoft.com/office/drawing/2014/main" id="{DF5F9606-E757-4C79-07C3-D98421608181}"/>
                </a:ext>
              </a:extLst>
            </p:cNvPr>
            <p:cNvSpPr/>
            <p:nvPr/>
          </p:nvSpPr>
          <p:spPr>
            <a:xfrm>
              <a:off x="5074022" y="816900"/>
              <a:ext cx="141931" cy="197756"/>
            </a:xfrm>
            <a:custGeom>
              <a:avLst/>
              <a:gdLst/>
              <a:ahLst/>
              <a:cxnLst/>
              <a:rect l="l" t="t" r="r" b="b"/>
              <a:pathLst>
                <a:path w="3328" h="4637" extrusionOk="0">
                  <a:moveTo>
                    <a:pt x="2309" y="0"/>
                  </a:moveTo>
                  <a:lnTo>
                    <a:pt x="473" y="1837"/>
                  </a:lnTo>
                  <a:lnTo>
                    <a:pt x="546" y="2564"/>
                  </a:lnTo>
                  <a:lnTo>
                    <a:pt x="309" y="2019"/>
                  </a:lnTo>
                  <a:lnTo>
                    <a:pt x="0" y="2328"/>
                  </a:lnTo>
                  <a:lnTo>
                    <a:pt x="1019" y="4637"/>
                  </a:lnTo>
                  <a:lnTo>
                    <a:pt x="3327" y="2309"/>
                  </a:lnTo>
                  <a:lnTo>
                    <a:pt x="230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0">
              <a:extLst>
                <a:ext uri="{FF2B5EF4-FFF2-40B4-BE49-F238E27FC236}">
                  <a16:creationId xmlns:a16="http://schemas.microsoft.com/office/drawing/2014/main" id="{0A63623C-6538-0A41-5268-9DCD6361DC7B}"/>
                </a:ext>
              </a:extLst>
            </p:cNvPr>
            <p:cNvSpPr/>
            <p:nvPr/>
          </p:nvSpPr>
          <p:spPr>
            <a:xfrm>
              <a:off x="3829575" y="902962"/>
              <a:ext cx="1452275" cy="1346254"/>
            </a:xfrm>
            <a:custGeom>
              <a:avLst/>
              <a:gdLst/>
              <a:ahLst/>
              <a:cxnLst/>
              <a:rect l="l" t="t" r="r" b="b"/>
              <a:pathLst>
                <a:path w="34053" h="31567" extrusionOk="0">
                  <a:moveTo>
                    <a:pt x="17036" y="2964"/>
                  </a:moveTo>
                  <a:cubicBezTo>
                    <a:pt x="22217" y="2964"/>
                    <a:pt x="26890" y="6091"/>
                    <a:pt x="28890" y="10873"/>
                  </a:cubicBezTo>
                  <a:cubicBezTo>
                    <a:pt x="30871" y="15672"/>
                    <a:pt x="29762" y="21181"/>
                    <a:pt x="26108" y="24853"/>
                  </a:cubicBezTo>
                  <a:cubicBezTo>
                    <a:pt x="23599" y="27362"/>
                    <a:pt x="20313" y="28617"/>
                    <a:pt x="17029" y="28617"/>
                  </a:cubicBezTo>
                  <a:cubicBezTo>
                    <a:pt x="13745" y="28617"/>
                    <a:pt x="10463" y="27362"/>
                    <a:pt x="7964" y="24853"/>
                  </a:cubicBezTo>
                  <a:cubicBezTo>
                    <a:pt x="4291" y="21181"/>
                    <a:pt x="3200" y="15672"/>
                    <a:pt x="5182" y="10873"/>
                  </a:cubicBezTo>
                  <a:cubicBezTo>
                    <a:pt x="7164" y="6091"/>
                    <a:pt x="11836" y="2964"/>
                    <a:pt x="17036" y="2964"/>
                  </a:cubicBezTo>
                  <a:close/>
                  <a:moveTo>
                    <a:pt x="17018" y="1"/>
                  </a:moveTo>
                  <a:cubicBezTo>
                    <a:pt x="10636" y="1"/>
                    <a:pt x="4873" y="3837"/>
                    <a:pt x="2437" y="9745"/>
                  </a:cubicBezTo>
                  <a:cubicBezTo>
                    <a:pt x="1" y="15636"/>
                    <a:pt x="1346" y="22435"/>
                    <a:pt x="5855" y="26944"/>
                  </a:cubicBezTo>
                  <a:cubicBezTo>
                    <a:pt x="8936" y="30026"/>
                    <a:pt x="12977" y="31567"/>
                    <a:pt x="17018" y="31567"/>
                  </a:cubicBezTo>
                  <a:cubicBezTo>
                    <a:pt x="21058" y="31567"/>
                    <a:pt x="25099" y="30026"/>
                    <a:pt x="28180" y="26944"/>
                  </a:cubicBezTo>
                  <a:cubicBezTo>
                    <a:pt x="32707" y="22435"/>
                    <a:pt x="34053" y="15636"/>
                    <a:pt x="31617" y="9745"/>
                  </a:cubicBezTo>
                  <a:cubicBezTo>
                    <a:pt x="29162" y="3837"/>
                    <a:pt x="23417" y="1"/>
                    <a:pt x="1701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0">
              <a:extLst>
                <a:ext uri="{FF2B5EF4-FFF2-40B4-BE49-F238E27FC236}">
                  <a16:creationId xmlns:a16="http://schemas.microsoft.com/office/drawing/2014/main" id="{A17F13AD-4F58-2FA1-5A19-D8ED560A279D}"/>
                </a:ext>
              </a:extLst>
            </p:cNvPr>
            <p:cNvSpPr/>
            <p:nvPr/>
          </p:nvSpPr>
          <p:spPr>
            <a:xfrm>
              <a:off x="4008694" y="1029325"/>
              <a:ext cx="1094079" cy="1094079"/>
            </a:xfrm>
            <a:custGeom>
              <a:avLst/>
              <a:gdLst/>
              <a:ahLst/>
              <a:cxnLst/>
              <a:rect l="l" t="t" r="r" b="b"/>
              <a:pathLst>
                <a:path w="25654" h="25654" extrusionOk="0">
                  <a:moveTo>
                    <a:pt x="12818" y="1"/>
                  </a:moveTo>
                  <a:cubicBezTo>
                    <a:pt x="5745" y="1"/>
                    <a:pt x="0" y="5746"/>
                    <a:pt x="0" y="12818"/>
                  </a:cubicBezTo>
                  <a:cubicBezTo>
                    <a:pt x="0" y="19909"/>
                    <a:pt x="5745" y="25654"/>
                    <a:pt x="12818" y="25654"/>
                  </a:cubicBezTo>
                  <a:cubicBezTo>
                    <a:pt x="19908" y="25654"/>
                    <a:pt x="25653" y="19909"/>
                    <a:pt x="25653" y="12818"/>
                  </a:cubicBezTo>
                  <a:cubicBezTo>
                    <a:pt x="25653" y="5746"/>
                    <a:pt x="19908" y="1"/>
                    <a:pt x="1281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50">
              <a:extLst>
                <a:ext uri="{FF2B5EF4-FFF2-40B4-BE49-F238E27FC236}">
                  <a16:creationId xmlns:a16="http://schemas.microsoft.com/office/drawing/2014/main" id="{54249449-134C-DFD8-B049-54C85548A2A7}"/>
                </a:ext>
              </a:extLst>
            </p:cNvPr>
            <p:cNvSpPr/>
            <p:nvPr/>
          </p:nvSpPr>
          <p:spPr>
            <a:xfrm>
              <a:off x="4135057" y="1155731"/>
              <a:ext cx="841307" cy="841307"/>
            </a:xfrm>
            <a:custGeom>
              <a:avLst/>
              <a:gdLst/>
              <a:ahLst/>
              <a:cxnLst/>
              <a:rect l="l" t="t" r="r" b="b"/>
              <a:pathLst>
                <a:path w="19727" h="19727" extrusionOk="0">
                  <a:moveTo>
                    <a:pt x="9855" y="0"/>
                  </a:moveTo>
                  <a:cubicBezTo>
                    <a:pt x="4419" y="0"/>
                    <a:pt x="1" y="4418"/>
                    <a:pt x="1" y="9854"/>
                  </a:cubicBezTo>
                  <a:cubicBezTo>
                    <a:pt x="1" y="15309"/>
                    <a:pt x="4419" y="19726"/>
                    <a:pt x="9855" y="19726"/>
                  </a:cubicBezTo>
                  <a:cubicBezTo>
                    <a:pt x="15309" y="19726"/>
                    <a:pt x="19727" y="15309"/>
                    <a:pt x="19727" y="9854"/>
                  </a:cubicBezTo>
                  <a:cubicBezTo>
                    <a:pt x="19727" y="4418"/>
                    <a:pt x="15309" y="0"/>
                    <a:pt x="98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50">
              <a:extLst>
                <a:ext uri="{FF2B5EF4-FFF2-40B4-BE49-F238E27FC236}">
                  <a16:creationId xmlns:a16="http://schemas.microsoft.com/office/drawing/2014/main" id="{297FF554-457E-85DA-D455-ABB2527EF4A2}"/>
                </a:ext>
              </a:extLst>
            </p:cNvPr>
            <p:cNvSpPr/>
            <p:nvPr/>
          </p:nvSpPr>
          <p:spPr>
            <a:xfrm>
              <a:off x="4101707" y="1155731"/>
              <a:ext cx="908008" cy="841307"/>
            </a:xfrm>
            <a:custGeom>
              <a:avLst/>
              <a:gdLst/>
              <a:ahLst/>
              <a:cxnLst/>
              <a:rect l="l" t="t" r="r" b="b"/>
              <a:pathLst>
                <a:path w="21291" h="19727" extrusionOk="0">
                  <a:moveTo>
                    <a:pt x="10637" y="2946"/>
                  </a:moveTo>
                  <a:cubicBezTo>
                    <a:pt x="13436" y="2946"/>
                    <a:pt x="15963" y="4618"/>
                    <a:pt x="17036" y="7200"/>
                  </a:cubicBezTo>
                  <a:cubicBezTo>
                    <a:pt x="18109" y="9800"/>
                    <a:pt x="17509" y="12763"/>
                    <a:pt x="15527" y="14745"/>
                  </a:cubicBezTo>
                  <a:cubicBezTo>
                    <a:pt x="14182" y="16099"/>
                    <a:pt x="12414" y="16777"/>
                    <a:pt x="10643" y="16777"/>
                  </a:cubicBezTo>
                  <a:cubicBezTo>
                    <a:pt x="8873" y="16777"/>
                    <a:pt x="7100" y="16099"/>
                    <a:pt x="5746" y="14745"/>
                  </a:cubicBezTo>
                  <a:cubicBezTo>
                    <a:pt x="3764" y="12763"/>
                    <a:pt x="3183" y="9800"/>
                    <a:pt x="4255" y="7200"/>
                  </a:cubicBezTo>
                  <a:cubicBezTo>
                    <a:pt x="5328" y="4618"/>
                    <a:pt x="7837" y="2946"/>
                    <a:pt x="10637" y="2946"/>
                  </a:cubicBezTo>
                  <a:close/>
                  <a:moveTo>
                    <a:pt x="10637" y="0"/>
                  </a:moveTo>
                  <a:cubicBezTo>
                    <a:pt x="6655" y="0"/>
                    <a:pt x="3055" y="2400"/>
                    <a:pt x="1528" y="6073"/>
                  </a:cubicBezTo>
                  <a:cubicBezTo>
                    <a:pt x="1" y="9763"/>
                    <a:pt x="855" y="13999"/>
                    <a:pt x="3673" y="16836"/>
                  </a:cubicBezTo>
                  <a:cubicBezTo>
                    <a:pt x="5601" y="18763"/>
                    <a:pt x="8123" y="19726"/>
                    <a:pt x="10646" y="19726"/>
                  </a:cubicBezTo>
                  <a:cubicBezTo>
                    <a:pt x="13168" y="19726"/>
                    <a:pt x="15691" y="18763"/>
                    <a:pt x="17618" y="16836"/>
                  </a:cubicBezTo>
                  <a:cubicBezTo>
                    <a:pt x="20436" y="13999"/>
                    <a:pt x="21290" y="9763"/>
                    <a:pt x="19763" y="6073"/>
                  </a:cubicBezTo>
                  <a:cubicBezTo>
                    <a:pt x="18236" y="2400"/>
                    <a:pt x="14636" y="0"/>
                    <a:pt x="106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50">
              <a:extLst>
                <a:ext uri="{FF2B5EF4-FFF2-40B4-BE49-F238E27FC236}">
                  <a16:creationId xmlns:a16="http://schemas.microsoft.com/office/drawing/2014/main" id="{E8E355CE-7238-B70D-A8F9-8D9502A79E8B}"/>
                </a:ext>
              </a:extLst>
            </p:cNvPr>
            <p:cNvSpPr/>
            <p:nvPr/>
          </p:nvSpPr>
          <p:spPr>
            <a:xfrm>
              <a:off x="4260654" y="1281198"/>
              <a:ext cx="618815" cy="590156"/>
            </a:xfrm>
            <a:custGeom>
              <a:avLst/>
              <a:gdLst/>
              <a:ahLst/>
              <a:cxnLst/>
              <a:rect l="l" t="t" r="r" b="b"/>
              <a:pathLst>
                <a:path w="14510" h="13838" extrusionOk="0">
                  <a:moveTo>
                    <a:pt x="6910" y="2949"/>
                  </a:moveTo>
                  <a:cubicBezTo>
                    <a:pt x="10437" y="2949"/>
                    <a:pt x="12200" y="7221"/>
                    <a:pt x="9709" y="9712"/>
                  </a:cubicBezTo>
                  <a:cubicBezTo>
                    <a:pt x="8937" y="10485"/>
                    <a:pt x="7923" y="10871"/>
                    <a:pt x="6912" y="10871"/>
                  </a:cubicBezTo>
                  <a:cubicBezTo>
                    <a:pt x="5901" y="10871"/>
                    <a:pt x="4892" y="10485"/>
                    <a:pt x="4128" y="9712"/>
                  </a:cubicBezTo>
                  <a:cubicBezTo>
                    <a:pt x="1619" y="7221"/>
                    <a:pt x="3383" y="2949"/>
                    <a:pt x="6910" y="2949"/>
                  </a:cubicBezTo>
                  <a:close/>
                  <a:moveTo>
                    <a:pt x="6931" y="0"/>
                  </a:moveTo>
                  <a:cubicBezTo>
                    <a:pt x="6035" y="0"/>
                    <a:pt x="5132" y="174"/>
                    <a:pt x="4273" y="531"/>
                  </a:cubicBezTo>
                  <a:cubicBezTo>
                    <a:pt x="1692" y="1604"/>
                    <a:pt x="1" y="4112"/>
                    <a:pt x="1" y="6912"/>
                  </a:cubicBezTo>
                  <a:cubicBezTo>
                    <a:pt x="1" y="9712"/>
                    <a:pt x="1692" y="12239"/>
                    <a:pt x="4273" y="13312"/>
                  </a:cubicBezTo>
                  <a:cubicBezTo>
                    <a:pt x="5126" y="13666"/>
                    <a:pt x="6022" y="13838"/>
                    <a:pt x="6911" y="13838"/>
                  </a:cubicBezTo>
                  <a:cubicBezTo>
                    <a:pt x="8715" y="13838"/>
                    <a:pt x="10491" y="13130"/>
                    <a:pt x="11818" y="11803"/>
                  </a:cubicBezTo>
                  <a:cubicBezTo>
                    <a:pt x="14509" y="9112"/>
                    <a:pt x="14509" y="4731"/>
                    <a:pt x="11818" y="2022"/>
                  </a:cubicBezTo>
                  <a:cubicBezTo>
                    <a:pt x="10496" y="699"/>
                    <a:pt x="8728" y="0"/>
                    <a:pt x="693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50">
              <a:extLst>
                <a:ext uri="{FF2B5EF4-FFF2-40B4-BE49-F238E27FC236}">
                  <a16:creationId xmlns:a16="http://schemas.microsoft.com/office/drawing/2014/main" id="{EFE0BD97-5468-D8CF-0D43-FC4860473772}"/>
                </a:ext>
              </a:extLst>
            </p:cNvPr>
            <p:cNvSpPr/>
            <p:nvPr/>
          </p:nvSpPr>
          <p:spPr>
            <a:xfrm>
              <a:off x="4387060" y="1407732"/>
              <a:ext cx="337299" cy="337299"/>
            </a:xfrm>
            <a:custGeom>
              <a:avLst/>
              <a:gdLst/>
              <a:ahLst/>
              <a:cxnLst/>
              <a:rect l="l" t="t" r="r" b="b"/>
              <a:pathLst>
                <a:path w="7909" h="7909" extrusionOk="0">
                  <a:moveTo>
                    <a:pt x="3946" y="0"/>
                  </a:moveTo>
                  <a:cubicBezTo>
                    <a:pt x="1764" y="0"/>
                    <a:pt x="0" y="1764"/>
                    <a:pt x="0" y="3945"/>
                  </a:cubicBezTo>
                  <a:cubicBezTo>
                    <a:pt x="0" y="6127"/>
                    <a:pt x="1764" y="7909"/>
                    <a:pt x="3946" y="7909"/>
                  </a:cubicBezTo>
                  <a:cubicBezTo>
                    <a:pt x="6145" y="7909"/>
                    <a:pt x="7909" y="6127"/>
                    <a:pt x="7909" y="3945"/>
                  </a:cubicBezTo>
                  <a:cubicBezTo>
                    <a:pt x="7909" y="1764"/>
                    <a:pt x="6145" y="0"/>
                    <a:pt x="39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0">
              <a:extLst>
                <a:ext uri="{FF2B5EF4-FFF2-40B4-BE49-F238E27FC236}">
                  <a16:creationId xmlns:a16="http://schemas.microsoft.com/office/drawing/2014/main" id="{8FB93AFA-4EA9-4570-5B45-44A0482A3522}"/>
                </a:ext>
              </a:extLst>
            </p:cNvPr>
            <p:cNvSpPr/>
            <p:nvPr/>
          </p:nvSpPr>
          <p:spPr>
            <a:xfrm>
              <a:off x="4549120" y="895968"/>
              <a:ext cx="686198" cy="687009"/>
            </a:xfrm>
            <a:custGeom>
              <a:avLst/>
              <a:gdLst/>
              <a:ahLst/>
              <a:cxnLst/>
              <a:rect l="l" t="t" r="r" b="b"/>
              <a:pathLst>
                <a:path w="16090" h="16109" extrusionOk="0">
                  <a:moveTo>
                    <a:pt x="15781" y="1"/>
                  </a:moveTo>
                  <a:lnTo>
                    <a:pt x="0" y="15782"/>
                  </a:lnTo>
                  <a:lnTo>
                    <a:pt x="309" y="16109"/>
                  </a:lnTo>
                  <a:lnTo>
                    <a:pt x="16090" y="328"/>
                  </a:lnTo>
                  <a:lnTo>
                    <a:pt x="157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0">
              <a:extLst>
                <a:ext uri="{FF2B5EF4-FFF2-40B4-BE49-F238E27FC236}">
                  <a16:creationId xmlns:a16="http://schemas.microsoft.com/office/drawing/2014/main" id="{214AC72D-E700-8CCF-1DD2-89CB7934F742}"/>
                </a:ext>
              </a:extLst>
            </p:cNvPr>
            <p:cNvSpPr/>
            <p:nvPr/>
          </p:nvSpPr>
          <p:spPr>
            <a:xfrm>
              <a:off x="5139912" y="988256"/>
              <a:ext cx="102397" cy="48874"/>
            </a:xfrm>
            <a:custGeom>
              <a:avLst/>
              <a:gdLst/>
              <a:ahLst/>
              <a:cxnLst/>
              <a:rect l="l" t="t" r="r" b="b"/>
              <a:pathLst>
                <a:path w="2401" h="1146" extrusionOk="0">
                  <a:moveTo>
                    <a:pt x="55" y="0"/>
                  </a:moveTo>
                  <a:lnTo>
                    <a:pt x="1" y="146"/>
                  </a:lnTo>
                  <a:lnTo>
                    <a:pt x="2328" y="1146"/>
                  </a:lnTo>
                  <a:lnTo>
                    <a:pt x="2401" y="982"/>
                  </a:lnTo>
                  <a:lnTo>
                    <a:pt x="55"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50">
              <a:extLst>
                <a:ext uri="{FF2B5EF4-FFF2-40B4-BE49-F238E27FC236}">
                  <a16:creationId xmlns:a16="http://schemas.microsoft.com/office/drawing/2014/main" id="{13A6DFCB-0DB5-E4AE-22CE-0B08F6BC5098}"/>
                </a:ext>
              </a:extLst>
            </p:cNvPr>
            <p:cNvSpPr/>
            <p:nvPr/>
          </p:nvSpPr>
          <p:spPr>
            <a:xfrm>
              <a:off x="5156971" y="829310"/>
              <a:ext cx="50452" cy="100051"/>
            </a:xfrm>
            <a:custGeom>
              <a:avLst/>
              <a:gdLst/>
              <a:ahLst/>
              <a:cxnLst/>
              <a:rect l="l" t="t" r="r" b="b"/>
              <a:pathLst>
                <a:path w="1183" h="2346" extrusionOk="0">
                  <a:moveTo>
                    <a:pt x="146" y="0"/>
                  </a:moveTo>
                  <a:lnTo>
                    <a:pt x="1" y="55"/>
                  </a:lnTo>
                  <a:lnTo>
                    <a:pt x="1037" y="2346"/>
                  </a:lnTo>
                  <a:lnTo>
                    <a:pt x="1182" y="2291"/>
                  </a:lnTo>
                  <a:lnTo>
                    <a:pt x="146"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50">
              <a:extLst>
                <a:ext uri="{FF2B5EF4-FFF2-40B4-BE49-F238E27FC236}">
                  <a16:creationId xmlns:a16="http://schemas.microsoft.com/office/drawing/2014/main" id="{CE8B45D2-D7FE-291F-E99B-472055A08BFD}"/>
                </a:ext>
              </a:extLst>
            </p:cNvPr>
            <p:cNvSpPr/>
            <p:nvPr/>
          </p:nvSpPr>
          <p:spPr>
            <a:xfrm>
              <a:off x="3961398" y="1025401"/>
              <a:ext cx="1173147" cy="1101116"/>
            </a:xfrm>
            <a:custGeom>
              <a:avLst/>
              <a:gdLst/>
              <a:ahLst/>
              <a:cxnLst/>
              <a:rect l="l" t="t" r="r" b="b"/>
              <a:pathLst>
                <a:path w="27508" h="25819" extrusionOk="0">
                  <a:moveTo>
                    <a:pt x="13951" y="0"/>
                  </a:moveTo>
                  <a:cubicBezTo>
                    <a:pt x="10597" y="0"/>
                    <a:pt x="7289" y="1306"/>
                    <a:pt x="4800" y="3784"/>
                  </a:cubicBezTo>
                  <a:cubicBezTo>
                    <a:pt x="1109" y="7474"/>
                    <a:pt x="0" y="13038"/>
                    <a:pt x="2000" y="17855"/>
                  </a:cubicBezTo>
                  <a:cubicBezTo>
                    <a:pt x="3994" y="22678"/>
                    <a:pt x="8700" y="25819"/>
                    <a:pt x="13900" y="25819"/>
                  </a:cubicBezTo>
                  <a:cubicBezTo>
                    <a:pt x="13915" y="25819"/>
                    <a:pt x="13930" y="25819"/>
                    <a:pt x="13945" y="25819"/>
                  </a:cubicBezTo>
                  <a:cubicBezTo>
                    <a:pt x="16217" y="25819"/>
                    <a:pt x="18435" y="25219"/>
                    <a:pt x="20399" y="24091"/>
                  </a:cubicBezTo>
                  <a:lnTo>
                    <a:pt x="20326" y="23946"/>
                  </a:lnTo>
                  <a:cubicBezTo>
                    <a:pt x="18331" y="25095"/>
                    <a:pt x="16131" y="25654"/>
                    <a:pt x="13950" y="25654"/>
                  </a:cubicBezTo>
                  <a:cubicBezTo>
                    <a:pt x="10505" y="25654"/>
                    <a:pt x="7107" y="24261"/>
                    <a:pt x="4636" y="21601"/>
                  </a:cubicBezTo>
                  <a:cubicBezTo>
                    <a:pt x="600" y="17255"/>
                    <a:pt x="91" y="10710"/>
                    <a:pt x="3400" y="5802"/>
                  </a:cubicBezTo>
                  <a:cubicBezTo>
                    <a:pt x="5824" y="2212"/>
                    <a:pt x="9813" y="195"/>
                    <a:pt x="13937" y="195"/>
                  </a:cubicBezTo>
                  <a:cubicBezTo>
                    <a:pt x="15472" y="195"/>
                    <a:pt x="17027" y="474"/>
                    <a:pt x="18526" y="1057"/>
                  </a:cubicBezTo>
                  <a:cubicBezTo>
                    <a:pt x="24071" y="3184"/>
                    <a:pt x="27380" y="8874"/>
                    <a:pt x="26544" y="14747"/>
                  </a:cubicBezTo>
                  <a:lnTo>
                    <a:pt x="26708" y="14765"/>
                  </a:lnTo>
                  <a:cubicBezTo>
                    <a:pt x="27508" y="9256"/>
                    <a:pt x="24690" y="3856"/>
                    <a:pt x="19726" y="1366"/>
                  </a:cubicBezTo>
                  <a:cubicBezTo>
                    <a:pt x="17888" y="447"/>
                    <a:pt x="15912" y="0"/>
                    <a:pt x="13951" y="0"/>
                  </a:cubicBez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50">
              <a:extLst>
                <a:ext uri="{FF2B5EF4-FFF2-40B4-BE49-F238E27FC236}">
                  <a16:creationId xmlns:a16="http://schemas.microsoft.com/office/drawing/2014/main" id="{E2C80C86-E012-A134-CDC1-C2F38EBE0774}"/>
                </a:ext>
              </a:extLst>
            </p:cNvPr>
            <p:cNvSpPr/>
            <p:nvPr/>
          </p:nvSpPr>
          <p:spPr>
            <a:xfrm>
              <a:off x="4100940" y="1152106"/>
              <a:ext cx="920418" cy="848046"/>
            </a:xfrm>
            <a:custGeom>
              <a:avLst/>
              <a:gdLst/>
              <a:ahLst/>
              <a:cxnLst/>
              <a:rect l="l" t="t" r="r" b="b"/>
              <a:pathLst>
                <a:path w="21582" h="19885" extrusionOk="0">
                  <a:moveTo>
                    <a:pt x="10722" y="176"/>
                  </a:moveTo>
                  <a:cubicBezTo>
                    <a:pt x="13297" y="176"/>
                    <a:pt x="15761" y="1210"/>
                    <a:pt x="17581" y="3031"/>
                  </a:cubicBezTo>
                  <a:cubicBezTo>
                    <a:pt x="20872" y="6321"/>
                    <a:pt x="21381" y="11485"/>
                    <a:pt x="18799" y="15357"/>
                  </a:cubicBezTo>
                  <a:cubicBezTo>
                    <a:pt x="16932" y="18152"/>
                    <a:pt x="13845" y="19718"/>
                    <a:pt x="10657" y="19718"/>
                  </a:cubicBezTo>
                  <a:cubicBezTo>
                    <a:pt x="9407" y="19718"/>
                    <a:pt x="8141" y="19477"/>
                    <a:pt x="6928" y="18975"/>
                  </a:cubicBezTo>
                  <a:cubicBezTo>
                    <a:pt x="2619" y="17193"/>
                    <a:pt x="183" y="12612"/>
                    <a:pt x="1092" y="8049"/>
                  </a:cubicBezTo>
                  <a:cubicBezTo>
                    <a:pt x="1982" y="3467"/>
                    <a:pt x="6000" y="176"/>
                    <a:pt x="10655" y="176"/>
                  </a:cubicBezTo>
                  <a:cubicBezTo>
                    <a:pt x="10677" y="176"/>
                    <a:pt x="10699" y="176"/>
                    <a:pt x="10722" y="176"/>
                  </a:cubicBezTo>
                  <a:close/>
                  <a:moveTo>
                    <a:pt x="10684" y="1"/>
                  </a:moveTo>
                  <a:cubicBezTo>
                    <a:pt x="9412" y="1"/>
                    <a:pt x="8125" y="246"/>
                    <a:pt x="6891" y="758"/>
                  </a:cubicBezTo>
                  <a:cubicBezTo>
                    <a:pt x="2491" y="2558"/>
                    <a:pt x="1" y="7212"/>
                    <a:pt x="928" y="11866"/>
                  </a:cubicBezTo>
                  <a:cubicBezTo>
                    <a:pt x="1837" y="16521"/>
                    <a:pt x="5909" y="19884"/>
                    <a:pt x="10655" y="19884"/>
                  </a:cubicBezTo>
                  <a:cubicBezTo>
                    <a:pt x="13309" y="19884"/>
                    <a:pt x="15836" y="18848"/>
                    <a:pt x="17709" y="16975"/>
                  </a:cubicBezTo>
                  <a:cubicBezTo>
                    <a:pt x="21054" y="13630"/>
                    <a:pt x="21581" y="8376"/>
                    <a:pt x="18945" y="4431"/>
                  </a:cubicBezTo>
                  <a:cubicBezTo>
                    <a:pt x="17064" y="1596"/>
                    <a:pt x="13926" y="1"/>
                    <a:pt x="10684" y="1"/>
                  </a:cubicBez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50">
              <a:extLst>
                <a:ext uri="{FF2B5EF4-FFF2-40B4-BE49-F238E27FC236}">
                  <a16:creationId xmlns:a16="http://schemas.microsoft.com/office/drawing/2014/main" id="{96B7AD7A-9DB9-F680-255C-64F712276FD2}"/>
                </a:ext>
              </a:extLst>
            </p:cNvPr>
            <p:cNvSpPr/>
            <p:nvPr/>
          </p:nvSpPr>
          <p:spPr>
            <a:xfrm>
              <a:off x="4231995" y="1277658"/>
              <a:ext cx="649777" cy="596852"/>
            </a:xfrm>
            <a:custGeom>
              <a:avLst/>
              <a:gdLst/>
              <a:ahLst/>
              <a:cxnLst/>
              <a:rect l="l" t="t" r="r" b="b"/>
              <a:pathLst>
                <a:path w="15236" h="13995" extrusionOk="0">
                  <a:moveTo>
                    <a:pt x="7582" y="3123"/>
                  </a:moveTo>
                  <a:cubicBezTo>
                    <a:pt x="8618" y="3141"/>
                    <a:pt x="9600" y="3541"/>
                    <a:pt x="10309" y="4268"/>
                  </a:cubicBezTo>
                  <a:cubicBezTo>
                    <a:pt x="11618" y="5577"/>
                    <a:pt x="11818" y="7632"/>
                    <a:pt x="10781" y="9159"/>
                  </a:cubicBezTo>
                  <a:cubicBezTo>
                    <a:pt x="10054" y="10250"/>
                    <a:pt x="8844" y="10858"/>
                    <a:pt x="7589" y="10858"/>
                  </a:cubicBezTo>
                  <a:cubicBezTo>
                    <a:pt x="7088" y="10858"/>
                    <a:pt x="6579" y="10761"/>
                    <a:pt x="6091" y="10559"/>
                  </a:cubicBezTo>
                  <a:cubicBezTo>
                    <a:pt x="4400" y="9850"/>
                    <a:pt x="3436" y="8050"/>
                    <a:pt x="3800" y="6232"/>
                  </a:cubicBezTo>
                  <a:cubicBezTo>
                    <a:pt x="4164" y="4432"/>
                    <a:pt x="5745" y="3141"/>
                    <a:pt x="7582" y="3141"/>
                  </a:cubicBezTo>
                  <a:lnTo>
                    <a:pt x="7582" y="3123"/>
                  </a:lnTo>
                  <a:close/>
                  <a:moveTo>
                    <a:pt x="7581" y="2966"/>
                  </a:moveTo>
                  <a:cubicBezTo>
                    <a:pt x="7068" y="2966"/>
                    <a:pt x="6550" y="3064"/>
                    <a:pt x="6054" y="3268"/>
                  </a:cubicBezTo>
                  <a:cubicBezTo>
                    <a:pt x="4273" y="4014"/>
                    <a:pt x="3255" y="5904"/>
                    <a:pt x="3618" y="7795"/>
                  </a:cubicBezTo>
                  <a:cubicBezTo>
                    <a:pt x="4000" y="9686"/>
                    <a:pt x="5654" y="11050"/>
                    <a:pt x="7582" y="11050"/>
                  </a:cubicBezTo>
                  <a:lnTo>
                    <a:pt x="7582" y="11031"/>
                  </a:lnTo>
                  <a:cubicBezTo>
                    <a:pt x="7603" y="11032"/>
                    <a:pt x="7625" y="11032"/>
                    <a:pt x="7646" y="11032"/>
                  </a:cubicBezTo>
                  <a:cubicBezTo>
                    <a:pt x="8696" y="11032"/>
                    <a:pt x="9706" y="10598"/>
                    <a:pt x="10454" y="9868"/>
                  </a:cubicBezTo>
                  <a:cubicBezTo>
                    <a:pt x="11818" y="8504"/>
                    <a:pt x="12018" y="6359"/>
                    <a:pt x="10945" y="4759"/>
                  </a:cubicBezTo>
                  <a:cubicBezTo>
                    <a:pt x="10174" y="3609"/>
                    <a:pt x="8895" y="2966"/>
                    <a:pt x="7581" y="2966"/>
                  </a:cubicBezTo>
                  <a:close/>
                  <a:moveTo>
                    <a:pt x="7590" y="0"/>
                  </a:moveTo>
                  <a:cubicBezTo>
                    <a:pt x="6233" y="0"/>
                    <a:pt x="4872" y="394"/>
                    <a:pt x="3691" y="1196"/>
                  </a:cubicBezTo>
                  <a:cubicBezTo>
                    <a:pt x="1127" y="2905"/>
                    <a:pt x="0" y="6104"/>
                    <a:pt x="891" y="9050"/>
                  </a:cubicBezTo>
                  <a:cubicBezTo>
                    <a:pt x="1800" y="11995"/>
                    <a:pt x="4509" y="13995"/>
                    <a:pt x="7582" y="13995"/>
                  </a:cubicBezTo>
                  <a:lnTo>
                    <a:pt x="7582" y="13831"/>
                  </a:lnTo>
                  <a:cubicBezTo>
                    <a:pt x="4582" y="13831"/>
                    <a:pt x="1927" y="11868"/>
                    <a:pt x="1055" y="8995"/>
                  </a:cubicBezTo>
                  <a:cubicBezTo>
                    <a:pt x="182" y="6123"/>
                    <a:pt x="1273" y="3014"/>
                    <a:pt x="3782" y="1323"/>
                  </a:cubicBezTo>
                  <a:cubicBezTo>
                    <a:pt x="4938" y="546"/>
                    <a:pt x="6267" y="162"/>
                    <a:pt x="7592" y="162"/>
                  </a:cubicBezTo>
                  <a:cubicBezTo>
                    <a:pt x="9121" y="162"/>
                    <a:pt x="10644" y="674"/>
                    <a:pt x="11890" y="1687"/>
                  </a:cubicBezTo>
                  <a:cubicBezTo>
                    <a:pt x="14236" y="3596"/>
                    <a:pt x="15054" y="6777"/>
                    <a:pt x="13927" y="9577"/>
                  </a:cubicBezTo>
                  <a:lnTo>
                    <a:pt x="14072" y="9632"/>
                  </a:lnTo>
                  <a:cubicBezTo>
                    <a:pt x="15236" y="6777"/>
                    <a:pt x="14399" y="3505"/>
                    <a:pt x="11999" y="1559"/>
                  </a:cubicBezTo>
                  <a:cubicBezTo>
                    <a:pt x="10723" y="526"/>
                    <a:pt x="9159" y="0"/>
                    <a:pt x="7590" y="0"/>
                  </a:cubicBez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2" name="Google Shape;1722;p50">
            <a:extLst>
              <a:ext uri="{FF2B5EF4-FFF2-40B4-BE49-F238E27FC236}">
                <a16:creationId xmlns:a16="http://schemas.microsoft.com/office/drawing/2014/main" id="{6186ECFA-4749-C5FE-0FC3-5580E09C9A70}"/>
              </a:ext>
            </a:extLst>
          </p:cNvPr>
          <p:cNvGrpSpPr/>
          <p:nvPr/>
        </p:nvGrpSpPr>
        <p:grpSpPr>
          <a:xfrm>
            <a:off x="6956950" y="2630926"/>
            <a:ext cx="1414522" cy="1745096"/>
            <a:chOff x="655725" y="2000651"/>
            <a:chExt cx="1414522" cy="1745096"/>
          </a:xfrm>
        </p:grpSpPr>
        <p:sp>
          <p:nvSpPr>
            <p:cNvPr id="1723" name="Google Shape;1723;p50">
              <a:extLst>
                <a:ext uri="{FF2B5EF4-FFF2-40B4-BE49-F238E27FC236}">
                  <a16:creationId xmlns:a16="http://schemas.microsoft.com/office/drawing/2014/main" id="{06B76A8E-B77A-3C13-62DB-FDB6CADA0850}"/>
                </a:ext>
              </a:extLst>
            </p:cNvPr>
            <p:cNvSpPr/>
            <p:nvPr/>
          </p:nvSpPr>
          <p:spPr>
            <a:xfrm>
              <a:off x="655725" y="2358103"/>
              <a:ext cx="1414522" cy="1387644"/>
            </a:xfrm>
            <a:custGeom>
              <a:avLst/>
              <a:gdLst/>
              <a:ahLst/>
              <a:cxnLst/>
              <a:rect l="l" t="t" r="r" b="b"/>
              <a:pathLst>
                <a:path w="21472" h="21064" extrusionOk="0">
                  <a:moveTo>
                    <a:pt x="10743" y="1"/>
                  </a:moveTo>
                  <a:cubicBezTo>
                    <a:pt x="10386" y="1"/>
                    <a:pt x="10027" y="101"/>
                    <a:pt x="9709" y="301"/>
                  </a:cubicBezTo>
                  <a:lnTo>
                    <a:pt x="928" y="5773"/>
                  </a:lnTo>
                  <a:cubicBezTo>
                    <a:pt x="346" y="6137"/>
                    <a:pt x="1" y="6755"/>
                    <a:pt x="19" y="7428"/>
                  </a:cubicBezTo>
                  <a:lnTo>
                    <a:pt x="19" y="19118"/>
                  </a:lnTo>
                  <a:cubicBezTo>
                    <a:pt x="19" y="20191"/>
                    <a:pt x="873" y="21063"/>
                    <a:pt x="1964" y="21063"/>
                  </a:cubicBezTo>
                  <a:lnTo>
                    <a:pt x="19545" y="21063"/>
                  </a:lnTo>
                  <a:cubicBezTo>
                    <a:pt x="20617" y="21045"/>
                    <a:pt x="21472" y="20191"/>
                    <a:pt x="21472" y="19118"/>
                  </a:cubicBezTo>
                  <a:lnTo>
                    <a:pt x="21472" y="7428"/>
                  </a:lnTo>
                  <a:cubicBezTo>
                    <a:pt x="21472" y="6755"/>
                    <a:pt x="21126" y="6137"/>
                    <a:pt x="20563" y="5773"/>
                  </a:cubicBezTo>
                  <a:lnTo>
                    <a:pt x="11763" y="301"/>
                  </a:lnTo>
                  <a:cubicBezTo>
                    <a:pt x="11454" y="101"/>
                    <a:pt x="11100" y="1"/>
                    <a:pt x="10743"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50">
              <a:extLst>
                <a:ext uri="{FF2B5EF4-FFF2-40B4-BE49-F238E27FC236}">
                  <a16:creationId xmlns:a16="http://schemas.microsoft.com/office/drawing/2014/main" id="{7A547B7C-B87E-1878-6532-76ED1A71CF9F}"/>
                </a:ext>
              </a:extLst>
            </p:cNvPr>
            <p:cNvSpPr/>
            <p:nvPr/>
          </p:nvSpPr>
          <p:spPr>
            <a:xfrm>
              <a:off x="813831" y="2000651"/>
              <a:ext cx="1100747" cy="1212080"/>
            </a:xfrm>
            <a:custGeom>
              <a:avLst/>
              <a:gdLst/>
              <a:ahLst/>
              <a:cxnLst/>
              <a:rect l="l" t="t" r="r" b="b"/>
              <a:pathLst>
                <a:path w="16709" h="18399" extrusionOk="0">
                  <a:moveTo>
                    <a:pt x="0" y="0"/>
                  </a:moveTo>
                  <a:lnTo>
                    <a:pt x="0" y="12545"/>
                  </a:lnTo>
                  <a:lnTo>
                    <a:pt x="8345" y="18399"/>
                  </a:lnTo>
                  <a:lnTo>
                    <a:pt x="16708" y="12545"/>
                  </a:lnTo>
                  <a:lnTo>
                    <a:pt x="16708" y="0"/>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50">
              <a:extLst>
                <a:ext uri="{FF2B5EF4-FFF2-40B4-BE49-F238E27FC236}">
                  <a16:creationId xmlns:a16="http://schemas.microsoft.com/office/drawing/2014/main" id="{E0F8A49C-830E-BE79-90DE-508B408D97BA}"/>
                </a:ext>
              </a:extLst>
            </p:cNvPr>
            <p:cNvSpPr/>
            <p:nvPr/>
          </p:nvSpPr>
          <p:spPr>
            <a:xfrm>
              <a:off x="764687" y="3206673"/>
              <a:ext cx="1230131" cy="440852"/>
            </a:xfrm>
            <a:custGeom>
              <a:avLst/>
              <a:gdLst/>
              <a:ahLst/>
              <a:cxnLst/>
              <a:rect l="l" t="t" r="r" b="b"/>
              <a:pathLst>
                <a:path w="18673" h="6692" extrusionOk="0">
                  <a:moveTo>
                    <a:pt x="9144" y="0"/>
                  </a:moveTo>
                  <a:cubicBezTo>
                    <a:pt x="8561" y="0"/>
                    <a:pt x="7979" y="164"/>
                    <a:pt x="7473" y="492"/>
                  </a:cubicBezTo>
                  <a:lnTo>
                    <a:pt x="1" y="6564"/>
                  </a:lnTo>
                  <a:lnTo>
                    <a:pt x="110" y="6691"/>
                  </a:lnTo>
                  <a:lnTo>
                    <a:pt x="7582" y="619"/>
                  </a:lnTo>
                  <a:cubicBezTo>
                    <a:pt x="8057" y="321"/>
                    <a:pt x="8598" y="171"/>
                    <a:pt x="9140" y="171"/>
                  </a:cubicBezTo>
                  <a:cubicBezTo>
                    <a:pt x="9657" y="171"/>
                    <a:pt x="10175" y="308"/>
                    <a:pt x="10637" y="583"/>
                  </a:cubicBezTo>
                  <a:lnTo>
                    <a:pt x="18563" y="6691"/>
                  </a:lnTo>
                  <a:lnTo>
                    <a:pt x="18672" y="6564"/>
                  </a:lnTo>
                  <a:lnTo>
                    <a:pt x="10728" y="437"/>
                  </a:lnTo>
                  <a:cubicBezTo>
                    <a:pt x="10242" y="146"/>
                    <a:pt x="9693" y="0"/>
                    <a:pt x="9144" y="0"/>
                  </a:cubicBez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50">
              <a:extLst>
                <a:ext uri="{FF2B5EF4-FFF2-40B4-BE49-F238E27FC236}">
                  <a16:creationId xmlns:a16="http://schemas.microsoft.com/office/drawing/2014/main" id="{AE1D2749-9CEB-0919-8B0A-EE35E404957B}"/>
                </a:ext>
              </a:extLst>
            </p:cNvPr>
            <p:cNvSpPr/>
            <p:nvPr/>
          </p:nvSpPr>
          <p:spPr>
            <a:xfrm>
              <a:off x="1082085" y="2173119"/>
              <a:ext cx="564175" cy="10804"/>
            </a:xfrm>
            <a:custGeom>
              <a:avLst/>
              <a:gdLst/>
              <a:ahLst/>
              <a:cxnLst/>
              <a:rect l="l" t="t" r="r" b="b"/>
              <a:pathLst>
                <a:path w="8564" h="164" extrusionOk="0">
                  <a:moveTo>
                    <a:pt x="1" y="0"/>
                  </a:moveTo>
                  <a:lnTo>
                    <a:pt x="1" y="164"/>
                  </a:lnTo>
                  <a:lnTo>
                    <a:pt x="8564" y="164"/>
                  </a:lnTo>
                  <a:lnTo>
                    <a:pt x="85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50">
              <a:extLst>
                <a:ext uri="{FF2B5EF4-FFF2-40B4-BE49-F238E27FC236}">
                  <a16:creationId xmlns:a16="http://schemas.microsoft.com/office/drawing/2014/main" id="{F9CF567B-3CA7-4920-5565-6624A1D61480}"/>
                </a:ext>
              </a:extLst>
            </p:cNvPr>
            <p:cNvSpPr/>
            <p:nvPr/>
          </p:nvSpPr>
          <p:spPr>
            <a:xfrm>
              <a:off x="977933" y="2389856"/>
              <a:ext cx="771360" cy="12056"/>
            </a:xfrm>
            <a:custGeom>
              <a:avLst/>
              <a:gdLst/>
              <a:ahLst/>
              <a:cxnLst/>
              <a:rect l="l" t="t" r="r" b="b"/>
              <a:pathLst>
                <a:path w="11709" h="183" extrusionOk="0">
                  <a:moveTo>
                    <a:pt x="0" y="1"/>
                  </a:moveTo>
                  <a:lnTo>
                    <a:pt x="0" y="183"/>
                  </a:lnTo>
                  <a:lnTo>
                    <a:pt x="11708" y="183"/>
                  </a:lnTo>
                  <a:lnTo>
                    <a:pt x="11708"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50">
              <a:extLst>
                <a:ext uri="{FF2B5EF4-FFF2-40B4-BE49-F238E27FC236}">
                  <a16:creationId xmlns:a16="http://schemas.microsoft.com/office/drawing/2014/main" id="{538053CE-5A7F-199D-739F-4F6B16A05B4E}"/>
                </a:ext>
              </a:extLst>
            </p:cNvPr>
            <p:cNvSpPr/>
            <p:nvPr/>
          </p:nvSpPr>
          <p:spPr>
            <a:xfrm>
              <a:off x="977933" y="2551586"/>
              <a:ext cx="771360" cy="11990"/>
            </a:xfrm>
            <a:custGeom>
              <a:avLst/>
              <a:gdLst/>
              <a:ahLst/>
              <a:cxnLst/>
              <a:rect l="l" t="t" r="r" b="b"/>
              <a:pathLst>
                <a:path w="11709" h="182" extrusionOk="0">
                  <a:moveTo>
                    <a:pt x="0" y="0"/>
                  </a:moveTo>
                  <a:lnTo>
                    <a:pt x="0" y="182"/>
                  </a:lnTo>
                  <a:lnTo>
                    <a:pt x="11708" y="182"/>
                  </a:lnTo>
                  <a:lnTo>
                    <a:pt x="11708"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50">
              <a:extLst>
                <a:ext uri="{FF2B5EF4-FFF2-40B4-BE49-F238E27FC236}">
                  <a16:creationId xmlns:a16="http://schemas.microsoft.com/office/drawing/2014/main" id="{247198F2-A466-29D2-0DAB-0ACFD8AE1120}"/>
                </a:ext>
              </a:extLst>
            </p:cNvPr>
            <p:cNvSpPr/>
            <p:nvPr/>
          </p:nvSpPr>
          <p:spPr>
            <a:xfrm>
              <a:off x="977933" y="2713250"/>
              <a:ext cx="771360" cy="12056"/>
            </a:xfrm>
            <a:custGeom>
              <a:avLst/>
              <a:gdLst/>
              <a:ahLst/>
              <a:cxnLst/>
              <a:rect l="l" t="t" r="r" b="b"/>
              <a:pathLst>
                <a:path w="11709" h="183" extrusionOk="0">
                  <a:moveTo>
                    <a:pt x="0" y="0"/>
                  </a:moveTo>
                  <a:lnTo>
                    <a:pt x="0" y="182"/>
                  </a:lnTo>
                  <a:lnTo>
                    <a:pt x="11708" y="182"/>
                  </a:lnTo>
                  <a:lnTo>
                    <a:pt x="11708"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50">
              <a:extLst>
                <a:ext uri="{FF2B5EF4-FFF2-40B4-BE49-F238E27FC236}">
                  <a16:creationId xmlns:a16="http://schemas.microsoft.com/office/drawing/2014/main" id="{F554A318-DD83-A5D6-6772-09EC4AB869C9}"/>
                </a:ext>
              </a:extLst>
            </p:cNvPr>
            <p:cNvSpPr/>
            <p:nvPr/>
          </p:nvSpPr>
          <p:spPr>
            <a:xfrm>
              <a:off x="977933" y="2874913"/>
              <a:ext cx="771360" cy="10870"/>
            </a:xfrm>
            <a:custGeom>
              <a:avLst/>
              <a:gdLst/>
              <a:ahLst/>
              <a:cxnLst/>
              <a:rect l="l" t="t" r="r" b="b"/>
              <a:pathLst>
                <a:path w="11709" h="165" extrusionOk="0">
                  <a:moveTo>
                    <a:pt x="0" y="1"/>
                  </a:moveTo>
                  <a:lnTo>
                    <a:pt x="0" y="164"/>
                  </a:lnTo>
                  <a:lnTo>
                    <a:pt x="11708" y="164"/>
                  </a:lnTo>
                  <a:lnTo>
                    <a:pt x="11708"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50">
              <a:extLst>
                <a:ext uri="{FF2B5EF4-FFF2-40B4-BE49-F238E27FC236}">
                  <a16:creationId xmlns:a16="http://schemas.microsoft.com/office/drawing/2014/main" id="{FD6AB7B5-BF5E-95B8-04C9-72ED5940DAD6}"/>
                </a:ext>
              </a:extLst>
            </p:cNvPr>
            <p:cNvSpPr/>
            <p:nvPr/>
          </p:nvSpPr>
          <p:spPr>
            <a:xfrm>
              <a:off x="1134787" y="3036643"/>
              <a:ext cx="458771" cy="10804"/>
            </a:xfrm>
            <a:custGeom>
              <a:avLst/>
              <a:gdLst/>
              <a:ahLst/>
              <a:cxnLst/>
              <a:rect l="l" t="t" r="r" b="b"/>
              <a:pathLst>
                <a:path w="6964" h="164" extrusionOk="0">
                  <a:moveTo>
                    <a:pt x="1" y="0"/>
                  </a:moveTo>
                  <a:lnTo>
                    <a:pt x="1" y="164"/>
                  </a:lnTo>
                  <a:lnTo>
                    <a:pt x="6964" y="164"/>
                  </a:lnTo>
                  <a:lnTo>
                    <a:pt x="69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56970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61"/>
        <p:cNvGrpSpPr/>
        <p:nvPr/>
      </p:nvGrpSpPr>
      <p:grpSpPr>
        <a:xfrm>
          <a:off x="0" y="0"/>
          <a:ext cx="0" cy="0"/>
          <a:chOff x="0" y="0"/>
          <a:chExt cx="0" cy="0"/>
        </a:xfrm>
      </p:grpSpPr>
      <p:sp>
        <p:nvSpPr>
          <p:cNvPr id="1762" name="Google Shape;1762;p52"/>
          <p:cNvSpPr/>
          <p:nvPr/>
        </p:nvSpPr>
        <p:spPr>
          <a:xfrm>
            <a:off x="1815600" y="431125"/>
            <a:ext cx="55128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2"/>
          <p:cNvSpPr txBox="1">
            <a:spLocks noGrp="1"/>
          </p:cNvSpPr>
          <p:nvPr>
            <p:ph type="body" idx="1"/>
          </p:nvPr>
        </p:nvSpPr>
        <p:spPr>
          <a:xfrm>
            <a:off x="2475150" y="1500716"/>
            <a:ext cx="4193700" cy="2526300"/>
          </a:xfrm>
          <a:prstGeom prst="rect">
            <a:avLst/>
          </a:prstGeom>
        </p:spPr>
        <p:txBody>
          <a:bodyPr spcFirstLastPara="1" wrap="square" lIns="91425" tIns="91425" rIns="91425" bIns="91425" anchor="t" anchorCtr="0">
            <a:noAutofit/>
          </a:bodyPr>
          <a:lstStyle/>
          <a:p>
            <a:r>
              <a:rPr lang="en-GB" sz="1200" dirty="0"/>
              <a:t>Liam: Maya, it’s nice to finally hang out again. This café is always so relaxing.</a:t>
            </a:r>
            <a:endParaRPr lang="en-ID" sz="1200" dirty="0"/>
          </a:p>
          <a:p>
            <a:r>
              <a:rPr lang="en-GB" sz="1200" dirty="0"/>
              <a:t>Maya: I know, right? The atmosphere here is perfect for talking. So, what’s new with you?</a:t>
            </a:r>
            <a:endParaRPr lang="en-ID" sz="1200" dirty="0"/>
          </a:p>
          <a:p>
            <a:r>
              <a:rPr lang="en-GB" sz="1200" dirty="0"/>
              <a:t>Liam: Well… guess what? I’m finally taking a trip to Indonesia next month!</a:t>
            </a:r>
            <a:endParaRPr lang="en-ID" sz="1200" dirty="0"/>
          </a:p>
          <a:p>
            <a:r>
              <a:rPr lang="en-GB" sz="1200" dirty="0"/>
              <a:t>Maya: Wow, seriously? That’s amazing! Where are you planning to go?</a:t>
            </a:r>
          </a:p>
          <a:p>
            <a:r>
              <a:rPr lang="en-GB" sz="1200" dirty="0"/>
              <a:t>Liam: I’m starting in Jakarta for a couple of days, then I’ll fly to Bali.</a:t>
            </a:r>
            <a:endParaRPr lang="en-ID" sz="1200" dirty="0"/>
          </a:p>
          <a:p>
            <a:r>
              <a:rPr lang="en-GB" sz="1200" dirty="0"/>
              <a:t>Maya: Good choice. Jakarta can be crowded, but the food is totally worth it.</a:t>
            </a:r>
          </a:p>
          <a:p>
            <a:r>
              <a:rPr lang="en-GB" sz="1200" dirty="0"/>
              <a:t>Liam: Yeah, I really want to try authentic nasi goreng and sate.</a:t>
            </a:r>
            <a:endParaRPr lang="en-ID" sz="1200" dirty="0"/>
          </a:p>
        </p:txBody>
      </p:sp>
      <p:sp>
        <p:nvSpPr>
          <p:cNvPr id="1764" name="Google Shape;1764;p52"/>
          <p:cNvSpPr txBox="1">
            <a:spLocks noGrp="1"/>
          </p:cNvSpPr>
          <p:nvPr>
            <p:ph type="title"/>
          </p:nvPr>
        </p:nvSpPr>
        <p:spPr>
          <a:xfrm>
            <a:off x="715550" y="538250"/>
            <a:ext cx="7713000" cy="4794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Clr>
                <a:schemeClr val="dk1"/>
              </a:buClr>
              <a:buSzPts val="1100"/>
              <a:buFont typeface="Arial"/>
              <a:buNone/>
            </a:pPr>
            <a:r>
              <a:rPr lang="en" dirty="0"/>
              <a:t>Dialog</a:t>
            </a:r>
            <a:endParaRPr dirty="0"/>
          </a:p>
        </p:txBody>
      </p:sp>
      <p:grpSp>
        <p:nvGrpSpPr>
          <p:cNvPr id="1765" name="Google Shape;1765;p52"/>
          <p:cNvGrpSpPr/>
          <p:nvPr/>
        </p:nvGrpSpPr>
        <p:grpSpPr>
          <a:xfrm>
            <a:off x="7073760" y="2227558"/>
            <a:ext cx="1414512" cy="1518189"/>
            <a:chOff x="7448010" y="1638121"/>
            <a:chExt cx="1414512" cy="1518189"/>
          </a:xfrm>
        </p:grpSpPr>
        <p:grpSp>
          <p:nvGrpSpPr>
            <p:cNvPr id="1766" name="Google Shape;1766;p52"/>
            <p:cNvGrpSpPr/>
            <p:nvPr/>
          </p:nvGrpSpPr>
          <p:grpSpPr>
            <a:xfrm>
              <a:off x="7448010" y="1638121"/>
              <a:ext cx="1414512" cy="1518189"/>
              <a:chOff x="6879750" y="3096400"/>
              <a:chExt cx="1584000" cy="1700100"/>
            </a:xfrm>
          </p:grpSpPr>
          <p:sp>
            <p:nvSpPr>
              <p:cNvPr id="1767" name="Google Shape;1767;p52"/>
              <p:cNvSpPr/>
              <p:nvPr/>
            </p:nvSpPr>
            <p:spPr>
              <a:xfrm>
                <a:off x="6879750" y="3096400"/>
                <a:ext cx="1584000" cy="1700100"/>
              </a:xfrm>
              <a:prstGeom prst="roundRect">
                <a:avLst>
                  <a:gd name="adj" fmla="val 3791"/>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2"/>
              <p:cNvSpPr/>
              <p:nvPr/>
            </p:nvSpPr>
            <p:spPr>
              <a:xfrm>
                <a:off x="6958650" y="3335758"/>
                <a:ext cx="1426200" cy="1379700"/>
              </a:xfrm>
              <a:prstGeom prst="roundRect">
                <a:avLst>
                  <a:gd name="adj" fmla="val 3495"/>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2"/>
              <p:cNvSpPr/>
              <p:nvPr/>
            </p:nvSpPr>
            <p:spPr>
              <a:xfrm>
                <a:off x="6958650" y="3175425"/>
                <a:ext cx="81300" cy="813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2"/>
              <p:cNvSpPr/>
              <p:nvPr/>
            </p:nvSpPr>
            <p:spPr>
              <a:xfrm>
                <a:off x="7151075" y="3175425"/>
                <a:ext cx="81300" cy="81300"/>
              </a:xfrm>
              <a:prstGeom prst="ellipse">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2"/>
              <p:cNvSpPr/>
              <p:nvPr/>
            </p:nvSpPr>
            <p:spPr>
              <a:xfrm>
                <a:off x="7343500" y="3175425"/>
                <a:ext cx="81300" cy="81300"/>
              </a:xfrm>
              <a:prstGeom prst="ellipse">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772" name="Google Shape;1772;p52"/>
            <p:cNvCxnSpPr/>
            <p:nvPr/>
          </p:nvCxnSpPr>
          <p:spPr>
            <a:xfrm>
              <a:off x="7689216" y="2131225"/>
              <a:ext cx="932100" cy="0"/>
            </a:xfrm>
            <a:prstGeom prst="straightConnector1">
              <a:avLst/>
            </a:prstGeom>
            <a:noFill/>
            <a:ln w="19050" cap="flat" cmpd="sng">
              <a:solidFill>
                <a:schemeClr val="dk1"/>
              </a:solidFill>
              <a:prstDash val="solid"/>
              <a:round/>
              <a:headEnd type="none" w="med" len="med"/>
              <a:tailEnd type="none" w="med" len="med"/>
            </a:ln>
          </p:spPr>
        </p:cxnSp>
        <p:cxnSp>
          <p:nvCxnSpPr>
            <p:cNvPr id="1773" name="Google Shape;1773;p52"/>
            <p:cNvCxnSpPr/>
            <p:nvPr/>
          </p:nvCxnSpPr>
          <p:spPr>
            <a:xfrm>
              <a:off x="7689216" y="2359458"/>
              <a:ext cx="932100" cy="0"/>
            </a:xfrm>
            <a:prstGeom prst="straightConnector1">
              <a:avLst/>
            </a:prstGeom>
            <a:noFill/>
            <a:ln w="19050" cap="flat" cmpd="sng">
              <a:solidFill>
                <a:schemeClr val="dk1"/>
              </a:solidFill>
              <a:prstDash val="solid"/>
              <a:round/>
              <a:headEnd type="none" w="med" len="med"/>
              <a:tailEnd type="none" w="med" len="med"/>
            </a:ln>
          </p:spPr>
        </p:cxnSp>
        <p:cxnSp>
          <p:nvCxnSpPr>
            <p:cNvPr id="1774" name="Google Shape;1774;p52"/>
            <p:cNvCxnSpPr/>
            <p:nvPr/>
          </p:nvCxnSpPr>
          <p:spPr>
            <a:xfrm>
              <a:off x="7689216" y="2587692"/>
              <a:ext cx="932100" cy="0"/>
            </a:xfrm>
            <a:prstGeom prst="straightConnector1">
              <a:avLst/>
            </a:prstGeom>
            <a:noFill/>
            <a:ln w="19050" cap="flat" cmpd="sng">
              <a:solidFill>
                <a:schemeClr val="dk1"/>
              </a:solidFill>
              <a:prstDash val="solid"/>
              <a:round/>
              <a:headEnd type="none" w="med" len="med"/>
              <a:tailEnd type="none" w="med" len="med"/>
            </a:ln>
          </p:spPr>
        </p:cxnSp>
        <p:cxnSp>
          <p:nvCxnSpPr>
            <p:cNvPr id="1775" name="Google Shape;1775;p52"/>
            <p:cNvCxnSpPr/>
            <p:nvPr/>
          </p:nvCxnSpPr>
          <p:spPr>
            <a:xfrm>
              <a:off x="7689216" y="2815925"/>
              <a:ext cx="673500" cy="0"/>
            </a:xfrm>
            <a:prstGeom prst="straightConnector1">
              <a:avLst/>
            </a:prstGeom>
            <a:noFill/>
            <a:ln w="19050" cap="flat" cmpd="sng">
              <a:solidFill>
                <a:schemeClr val="dk1"/>
              </a:solidFill>
              <a:prstDash val="solid"/>
              <a:round/>
              <a:headEnd type="none" w="med" len="med"/>
              <a:tailEnd type="none" w="med" len="med"/>
            </a:ln>
          </p:spPr>
        </p:cxnSp>
        <p:cxnSp>
          <p:nvCxnSpPr>
            <p:cNvPr id="1776" name="Google Shape;1776;p52"/>
            <p:cNvCxnSpPr/>
            <p:nvPr/>
          </p:nvCxnSpPr>
          <p:spPr>
            <a:xfrm>
              <a:off x="8454516" y="2815925"/>
              <a:ext cx="166800" cy="0"/>
            </a:xfrm>
            <a:prstGeom prst="straightConnector1">
              <a:avLst/>
            </a:prstGeom>
            <a:noFill/>
            <a:ln w="19050" cap="flat" cmpd="sng">
              <a:solidFill>
                <a:schemeClr val="dk1"/>
              </a:solidFill>
              <a:prstDash val="solid"/>
              <a:round/>
              <a:headEnd type="none" w="med" len="med"/>
              <a:tailEnd type="none" w="med" len="med"/>
            </a:ln>
          </p:spPr>
        </p:cxnSp>
      </p:grpSp>
      <p:grpSp>
        <p:nvGrpSpPr>
          <p:cNvPr id="1777" name="Google Shape;1777;p52"/>
          <p:cNvGrpSpPr/>
          <p:nvPr/>
        </p:nvGrpSpPr>
        <p:grpSpPr>
          <a:xfrm>
            <a:off x="655725" y="2000651"/>
            <a:ext cx="1414522" cy="1745096"/>
            <a:chOff x="655725" y="2000651"/>
            <a:chExt cx="1414522" cy="1745096"/>
          </a:xfrm>
        </p:grpSpPr>
        <p:sp>
          <p:nvSpPr>
            <p:cNvPr id="1778" name="Google Shape;1778;p52"/>
            <p:cNvSpPr/>
            <p:nvPr/>
          </p:nvSpPr>
          <p:spPr>
            <a:xfrm>
              <a:off x="655725" y="2358103"/>
              <a:ext cx="1414522" cy="1387644"/>
            </a:xfrm>
            <a:custGeom>
              <a:avLst/>
              <a:gdLst/>
              <a:ahLst/>
              <a:cxnLst/>
              <a:rect l="l" t="t" r="r" b="b"/>
              <a:pathLst>
                <a:path w="21472" h="21064" extrusionOk="0">
                  <a:moveTo>
                    <a:pt x="10743" y="1"/>
                  </a:moveTo>
                  <a:cubicBezTo>
                    <a:pt x="10386" y="1"/>
                    <a:pt x="10027" y="101"/>
                    <a:pt x="9709" y="301"/>
                  </a:cubicBezTo>
                  <a:lnTo>
                    <a:pt x="928" y="5773"/>
                  </a:lnTo>
                  <a:cubicBezTo>
                    <a:pt x="346" y="6137"/>
                    <a:pt x="1" y="6755"/>
                    <a:pt x="19" y="7428"/>
                  </a:cubicBezTo>
                  <a:lnTo>
                    <a:pt x="19" y="19118"/>
                  </a:lnTo>
                  <a:cubicBezTo>
                    <a:pt x="19" y="20191"/>
                    <a:pt x="873" y="21063"/>
                    <a:pt x="1964" y="21063"/>
                  </a:cubicBezTo>
                  <a:lnTo>
                    <a:pt x="19545" y="21063"/>
                  </a:lnTo>
                  <a:cubicBezTo>
                    <a:pt x="20617" y="21045"/>
                    <a:pt x="21472" y="20191"/>
                    <a:pt x="21472" y="19118"/>
                  </a:cubicBezTo>
                  <a:lnTo>
                    <a:pt x="21472" y="7428"/>
                  </a:lnTo>
                  <a:cubicBezTo>
                    <a:pt x="21472" y="6755"/>
                    <a:pt x="21126" y="6137"/>
                    <a:pt x="20563" y="5773"/>
                  </a:cubicBezTo>
                  <a:lnTo>
                    <a:pt x="11763" y="301"/>
                  </a:lnTo>
                  <a:cubicBezTo>
                    <a:pt x="11454" y="101"/>
                    <a:pt x="11100" y="1"/>
                    <a:pt x="10743"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2"/>
            <p:cNvSpPr/>
            <p:nvPr/>
          </p:nvSpPr>
          <p:spPr>
            <a:xfrm>
              <a:off x="813831" y="2000651"/>
              <a:ext cx="1100747" cy="1212080"/>
            </a:xfrm>
            <a:custGeom>
              <a:avLst/>
              <a:gdLst/>
              <a:ahLst/>
              <a:cxnLst/>
              <a:rect l="l" t="t" r="r" b="b"/>
              <a:pathLst>
                <a:path w="16709" h="18399" extrusionOk="0">
                  <a:moveTo>
                    <a:pt x="0" y="0"/>
                  </a:moveTo>
                  <a:lnTo>
                    <a:pt x="0" y="12545"/>
                  </a:lnTo>
                  <a:lnTo>
                    <a:pt x="8345" y="18399"/>
                  </a:lnTo>
                  <a:lnTo>
                    <a:pt x="16708" y="12545"/>
                  </a:lnTo>
                  <a:lnTo>
                    <a:pt x="16708" y="0"/>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52"/>
            <p:cNvSpPr/>
            <p:nvPr/>
          </p:nvSpPr>
          <p:spPr>
            <a:xfrm>
              <a:off x="764687" y="3206673"/>
              <a:ext cx="1230131" cy="440852"/>
            </a:xfrm>
            <a:custGeom>
              <a:avLst/>
              <a:gdLst/>
              <a:ahLst/>
              <a:cxnLst/>
              <a:rect l="l" t="t" r="r" b="b"/>
              <a:pathLst>
                <a:path w="18673" h="6692" extrusionOk="0">
                  <a:moveTo>
                    <a:pt x="9144" y="0"/>
                  </a:moveTo>
                  <a:cubicBezTo>
                    <a:pt x="8561" y="0"/>
                    <a:pt x="7979" y="164"/>
                    <a:pt x="7473" y="492"/>
                  </a:cubicBezTo>
                  <a:lnTo>
                    <a:pt x="1" y="6564"/>
                  </a:lnTo>
                  <a:lnTo>
                    <a:pt x="110" y="6691"/>
                  </a:lnTo>
                  <a:lnTo>
                    <a:pt x="7582" y="619"/>
                  </a:lnTo>
                  <a:cubicBezTo>
                    <a:pt x="8057" y="321"/>
                    <a:pt x="8598" y="171"/>
                    <a:pt x="9140" y="171"/>
                  </a:cubicBezTo>
                  <a:cubicBezTo>
                    <a:pt x="9657" y="171"/>
                    <a:pt x="10175" y="308"/>
                    <a:pt x="10637" y="583"/>
                  </a:cubicBezTo>
                  <a:lnTo>
                    <a:pt x="18563" y="6691"/>
                  </a:lnTo>
                  <a:lnTo>
                    <a:pt x="18672" y="6564"/>
                  </a:lnTo>
                  <a:lnTo>
                    <a:pt x="10728" y="437"/>
                  </a:lnTo>
                  <a:cubicBezTo>
                    <a:pt x="10242" y="146"/>
                    <a:pt x="9693" y="0"/>
                    <a:pt x="9144" y="0"/>
                  </a:cubicBez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52"/>
            <p:cNvSpPr/>
            <p:nvPr/>
          </p:nvSpPr>
          <p:spPr>
            <a:xfrm>
              <a:off x="1082085" y="2173119"/>
              <a:ext cx="564175" cy="10804"/>
            </a:xfrm>
            <a:custGeom>
              <a:avLst/>
              <a:gdLst/>
              <a:ahLst/>
              <a:cxnLst/>
              <a:rect l="l" t="t" r="r" b="b"/>
              <a:pathLst>
                <a:path w="8564" h="164" extrusionOk="0">
                  <a:moveTo>
                    <a:pt x="1" y="0"/>
                  </a:moveTo>
                  <a:lnTo>
                    <a:pt x="1" y="164"/>
                  </a:lnTo>
                  <a:lnTo>
                    <a:pt x="8564" y="164"/>
                  </a:lnTo>
                  <a:lnTo>
                    <a:pt x="85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2"/>
            <p:cNvSpPr/>
            <p:nvPr/>
          </p:nvSpPr>
          <p:spPr>
            <a:xfrm>
              <a:off x="977933" y="2389856"/>
              <a:ext cx="771360" cy="12056"/>
            </a:xfrm>
            <a:custGeom>
              <a:avLst/>
              <a:gdLst/>
              <a:ahLst/>
              <a:cxnLst/>
              <a:rect l="l" t="t" r="r" b="b"/>
              <a:pathLst>
                <a:path w="11709" h="183" extrusionOk="0">
                  <a:moveTo>
                    <a:pt x="0" y="1"/>
                  </a:moveTo>
                  <a:lnTo>
                    <a:pt x="0" y="183"/>
                  </a:lnTo>
                  <a:lnTo>
                    <a:pt x="11708" y="183"/>
                  </a:lnTo>
                  <a:lnTo>
                    <a:pt x="11708"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2"/>
            <p:cNvSpPr/>
            <p:nvPr/>
          </p:nvSpPr>
          <p:spPr>
            <a:xfrm>
              <a:off x="977933" y="2551586"/>
              <a:ext cx="771360" cy="11990"/>
            </a:xfrm>
            <a:custGeom>
              <a:avLst/>
              <a:gdLst/>
              <a:ahLst/>
              <a:cxnLst/>
              <a:rect l="l" t="t" r="r" b="b"/>
              <a:pathLst>
                <a:path w="11709" h="182" extrusionOk="0">
                  <a:moveTo>
                    <a:pt x="0" y="0"/>
                  </a:moveTo>
                  <a:lnTo>
                    <a:pt x="0" y="182"/>
                  </a:lnTo>
                  <a:lnTo>
                    <a:pt x="11708" y="182"/>
                  </a:lnTo>
                  <a:lnTo>
                    <a:pt x="11708"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2"/>
            <p:cNvSpPr/>
            <p:nvPr/>
          </p:nvSpPr>
          <p:spPr>
            <a:xfrm>
              <a:off x="977933" y="2713250"/>
              <a:ext cx="771360" cy="12056"/>
            </a:xfrm>
            <a:custGeom>
              <a:avLst/>
              <a:gdLst/>
              <a:ahLst/>
              <a:cxnLst/>
              <a:rect l="l" t="t" r="r" b="b"/>
              <a:pathLst>
                <a:path w="11709" h="183" extrusionOk="0">
                  <a:moveTo>
                    <a:pt x="0" y="0"/>
                  </a:moveTo>
                  <a:lnTo>
                    <a:pt x="0" y="182"/>
                  </a:lnTo>
                  <a:lnTo>
                    <a:pt x="11708" y="182"/>
                  </a:lnTo>
                  <a:lnTo>
                    <a:pt x="11708"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2"/>
            <p:cNvSpPr/>
            <p:nvPr/>
          </p:nvSpPr>
          <p:spPr>
            <a:xfrm>
              <a:off x="977933" y="2874913"/>
              <a:ext cx="771360" cy="10870"/>
            </a:xfrm>
            <a:custGeom>
              <a:avLst/>
              <a:gdLst/>
              <a:ahLst/>
              <a:cxnLst/>
              <a:rect l="l" t="t" r="r" b="b"/>
              <a:pathLst>
                <a:path w="11709" h="165" extrusionOk="0">
                  <a:moveTo>
                    <a:pt x="0" y="1"/>
                  </a:moveTo>
                  <a:lnTo>
                    <a:pt x="0" y="164"/>
                  </a:lnTo>
                  <a:lnTo>
                    <a:pt x="11708" y="164"/>
                  </a:lnTo>
                  <a:lnTo>
                    <a:pt x="11708"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2"/>
            <p:cNvSpPr/>
            <p:nvPr/>
          </p:nvSpPr>
          <p:spPr>
            <a:xfrm>
              <a:off x="1134787" y="3036643"/>
              <a:ext cx="458771" cy="10804"/>
            </a:xfrm>
            <a:custGeom>
              <a:avLst/>
              <a:gdLst/>
              <a:ahLst/>
              <a:cxnLst/>
              <a:rect l="l" t="t" r="r" b="b"/>
              <a:pathLst>
                <a:path w="6964" h="164" extrusionOk="0">
                  <a:moveTo>
                    <a:pt x="1" y="0"/>
                  </a:moveTo>
                  <a:lnTo>
                    <a:pt x="1" y="164"/>
                  </a:lnTo>
                  <a:lnTo>
                    <a:pt x="6964" y="164"/>
                  </a:lnTo>
                  <a:lnTo>
                    <a:pt x="69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7" name="Google Shape;1787;p52"/>
          <p:cNvGrpSpPr/>
          <p:nvPr/>
        </p:nvGrpSpPr>
        <p:grpSpPr>
          <a:xfrm flipH="1">
            <a:off x="2625085" y="4316708"/>
            <a:ext cx="871623" cy="751268"/>
            <a:chOff x="1831350" y="1163925"/>
            <a:chExt cx="757670" cy="686842"/>
          </a:xfrm>
        </p:grpSpPr>
        <p:sp>
          <p:nvSpPr>
            <p:cNvPr id="1788" name="Google Shape;1788;p52"/>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52"/>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0" name="Google Shape;1790;p52"/>
          <p:cNvGrpSpPr/>
          <p:nvPr/>
        </p:nvGrpSpPr>
        <p:grpSpPr>
          <a:xfrm flipH="1">
            <a:off x="7430469" y="538241"/>
            <a:ext cx="998071" cy="846226"/>
            <a:chOff x="499294" y="784229"/>
            <a:chExt cx="998071" cy="846226"/>
          </a:xfrm>
        </p:grpSpPr>
        <p:sp>
          <p:nvSpPr>
            <p:cNvPr id="1791" name="Google Shape;1791;p52"/>
            <p:cNvSpPr/>
            <p:nvPr/>
          </p:nvSpPr>
          <p:spPr>
            <a:xfrm rot="10800000">
              <a:off x="499294"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2"/>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2"/>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2"/>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2"/>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2"/>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2"/>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61">
          <a:extLst>
            <a:ext uri="{FF2B5EF4-FFF2-40B4-BE49-F238E27FC236}">
              <a16:creationId xmlns:a16="http://schemas.microsoft.com/office/drawing/2014/main" id="{C7CFA4F9-3369-631E-A7AB-5C2A557D91FA}"/>
            </a:ext>
          </a:extLst>
        </p:cNvPr>
        <p:cNvGrpSpPr/>
        <p:nvPr/>
      </p:nvGrpSpPr>
      <p:grpSpPr>
        <a:xfrm>
          <a:off x="0" y="0"/>
          <a:ext cx="0" cy="0"/>
          <a:chOff x="0" y="0"/>
          <a:chExt cx="0" cy="0"/>
        </a:xfrm>
      </p:grpSpPr>
      <p:sp>
        <p:nvSpPr>
          <p:cNvPr id="1762" name="Google Shape;1762;p52">
            <a:extLst>
              <a:ext uri="{FF2B5EF4-FFF2-40B4-BE49-F238E27FC236}">
                <a16:creationId xmlns:a16="http://schemas.microsoft.com/office/drawing/2014/main" id="{EB31B832-8267-CEE8-6398-0335EC377868}"/>
              </a:ext>
            </a:extLst>
          </p:cNvPr>
          <p:cNvSpPr/>
          <p:nvPr/>
        </p:nvSpPr>
        <p:spPr>
          <a:xfrm>
            <a:off x="1815600" y="431125"/>
            <a:ext cx="55128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2">
            <a:extLst>
              <a:ext uri="{FF2B5EF4-FFF2-40B4-BE49-F238E27FC236}">
                <a16:creationId xmlns:a16="http://schemas.microsoft.com/office/drawing/2014/main" id="{A69599CB-7FC3-ABD7-A514-4CF553823509}"/>
              </a:ext>
            </a:extLst>
          </p:cNvPr>
          <p:cNvSpPr txBox="1">
            <a:spLocks noGrp="1"/>
          </p:cNvSpPr>
          <p:nvPr>
            <p:ph type="body" idx="1"/>
          </p:nvPr>
        </p:nvSpPr>
        <p:spPr>
          <a:xfrm>
            <a:off x="2475150" y="1500716"/>
            <a:ext cx="4193700" cy="2526300"/>
          </a:xfrm>
          <a:prstGeom prst="rect">
            <a:avLst/>
          </a:prstGeom>
        </p:spPr>
        <p:txBody>
          <a:bodyPr spcFirstLastPara="1" wrap="square" lIns="91425" tIns="91425" rIns="91425" bIns="91425" anchor="t" anchorCtr="0">
            <a:noAutofit/>
          </a:bodyPr>
          <a:lstStyle/>
          <a:p>
            <a:r>
              <a:rPr lang="en-GB" sz="1200" dirty="0"/>
              <a:t>Maya: You definitely should. And don’t forget </a:t>
            </a:r>
            <a:r>
              <a:rPr lang="en-GB" sz="1200" dirty="0" err="1"/>
              <a:t>martabak</a:t>
            </a:r>
            <a:r>
              <a:rPr lang="en-GB" sz="1200" dirty="0"/>
              <a:t> it’s one of the best desserts ever.</a:t>
            </a:r>
            <a:endParaRPr lang="en-ID" sz="1200" dirty="0"/>
          </a:p>
          <a:p>
            <a:r>
              <a:rPr lang="en-GB" sz="1200" dirty="0"/>
              <a:t>Liam: I already added it to my list. What about Bali? Any places I shouldn’t miss?</a:t>
            </a:r>
            <a:endParaRPr lang="en-ID" sz="1200" dirty="0"/>
          </a:p>
          <a:p>
            <a:r>
              <a:rPr lang="en-GB" sz="1200" dirty="0"/>
              <a:t>Maya: For sure! Go to </a:t>
            </a:r>
            <a:r>
              <a:rPr lang="en-GB" sz="1200" dirty="0" err="1"/>
              <a:t>Ubud</a:t>
            </a:r>
            <a:r>
              <a:rPr lang="en-GB" sz="1200" dirty="0"/>
              <a:t> for the rice terraces and culture. It’s so peaceful.</a:t>
            </a:r>
            <a:endParaRPr lang="en-ID" sz="1200" dirty="0"/>
          </a:p>
          <a:p>
            <a:r>
              <a:rPr lang="en-GB" sz="1200" dirty="0"/>
              <a:t>Liam: I’ve seen pictures. It looks beautiful.</a:t>
            </a:r>
            <a:endParaRPr lang="en-ID" sz="1200" dirty="0"/>
          </a:p>
          <a:p>
            <a:r>
              <a:rPr lang="en-GB" sz="1200" dirty="0"/>
              <a:t>Maya: It is. And if you like beaches, you should visit Nusa Penida or Kuta.</a:t>
            </a:r>
            <a:endParaRPr lang="en-ID" sz="1200" dirty="0"/>
          </a:p>
          <a:p>
            <a:r>
              <a:rPr lang="en-GB" sz="1200" dirty="0"/>
              <a:t>Liam: I'm planning to snorkel there. I heard the water is really clear.</a:t>
            </a:r>
            <a:endParaRPr lang="en-ID" sz="1200" dirty="0"/>
          </a:p>
          <a:p>
            <a:r>
              <a:rPr lang="en-GB" sz="1200" dirty="0"/>
              <a:t>Maya: Yep, you can even see manta rays if you’re lucky.</a:t>
            </a:r>
            <a:endParaRPr lang="en-ID" sz="1200" dirty="0"/>
          </a:p>
        </p:txBody>
      </p:sp>
      <p:sp>
        <p:nvSpPr>
          <p:cNvPr id="1764" name="Google Shape;1764;p52">
            <a:extLst>
              <a:ext uri="{FF2B5EF4-FFF2-40B4-BE49-F238E27FC236}">
                <a16:creationId xmlns:a16="http://schemas.microsoft.com/office/drawing/2014/main" id="{402741AE-6688-9806-E2FA-42FE9B82A214}"/>
              </a:ext>
            </a:extLst>
          </p:cNvPr>
          <p:cNvSpPr txBox="1">
            <a:spLocks noGrp="1"/>
          </p:cNvSpPr>
          <p:nvPr>
            <p:ph type="title"/>
          </p:nvPr>
        </p:nvSpPr>
        <p:spPr>
          <a:xfrm>
            <a:off x="715550" y="538250"/>
            <a:ext cx="7713000" cy="4794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Clr>
                <a:schemeClr val="dk1"/>
              </a:buClr>
              <a:buSzPts val="1100"/>
              <a:buFont typeface="Arial"/>
              <a:buNone/>
            </a:pPr>
            <a:r>
              <a:rPr lang="en" dirty="0"/>
              <a:t>Dialog</a:t>
            </a:r>
            <a:endParaRPr dirty="0"/>
          </a:p>
        </p:txBody>
      </p:sp>
      <p:grpSp>
        <p:nvGrpSpPr>
          <p:cNvPr id="1765" name="Google Shape;1765;p52">
            <a:extLst>
              <a:ext uri="{FF2B5EF4-FFF2-40B4-BE49-F238E27FC236}">
                <a16:creationId xmlns:a16="http://schemas.microsoft.com/office/drawing/2014/main" id="{6A9620A4-6FDD-63C3-5772-55A98A8D3235}"/>
              </a:ext>
            </a:extLst>
          </p:cNvPr>
          <p:cNvGrpSpPr/>
          <p:nvPr/>
        </p:nvGrpSpPr>
        <p:grpSpPr>
          <a:xfrm>
            <a:off x="7073760" y="2227558"/>
            <a:ext cx="1414512" cy="1518189"/>
            <a:chOff x="7448010" y="1638121"/>
            <a:chExt cx="1414512" cy="1518189"/>
          </a:xfrm>
        </p:grpSpPr>
        <p:grpSp>
          <p:nvGrpSpPr>
            <p:cNvPr id="1766" name="Google Shape;1766;p52">
              <a:extLst>
                <a:ext uri="{FF2B5EF4-FFF2-40B4-BE49-F238E27FC236}">
                  <a16:creationId xmlns:a16="http://schemas.microsoft.com/office/drawing/2014/main" id="{51FFF9D7-59E6-E229-F282-B10DF32F8AD1}"/>
                </a:ext>
              </a:extLst>
            </p:cNvPr>
            <p:cNvGrpSpPr/>
            <p:nvPr/>
          </p:nvGrpSpPr>
          <p:grpSpPr>
            <a:xfrm>
              <a:off x="7448010" y="1638121"/>
              <a:ext cx="1414512" cy="1518189"/>
              <a:chOff x="6879750" y="3096400"/>
              <a:chExt cx="1584000" cy="1700100"/>
            </a:xfrm>
          </p:grpSpPr>
          <p:sp>
            <p:nvSpPr>
              <p:cNvPr id="1767" name="Google Shape;1767;p52">
                <a:extLst>
                  <a:ext uri="{FF2B5EF4-FFF2-40B4-BE49-F238E27FC236}">
                    <a16:creationId xmlns:a16="http://schemas.microsoft.com/office/drawing/2014/main" id="{C25397F9-65B4-DB6A-8764-F62F9A77DF79}"/>
                  </a:ext>
                </a:extLst>
              </p:cNvPr>
              <p:cNvSpPr/>
              <p:nvPr/>
            </p:nvSpPr>
            <p:spPr>
              <a:xfrm>
                <a:off x="6879750" y="3096400"/>
                <a:ext cx="1584000" cy="1700100"/>
              </a:xfrm>
              <a:prstGeom prst="roundRect">
                <a:avLst>
                  <a:gd name="adj" fmla="val 3791"/>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2">
                <a:extLst>
                  <a:ext uri="{FF2B5EF4-FFF2-40B4-BE49-F238E27FC236}">
                    <a16:creationId xmlns:a16="http://schemas.microsoft.com/office/drawing/2014/main" id="{5DE91D28-6BF8-AEF7-E42D-F835639B71FC}"/>
                  </a:ext>
                </a:extLst>
              </p:cNvPr>
              <p:cNvSpPr/>
              <p:nvPr/>
            </p:nvSpPr>
            <p:spPr>
              <a:xfrm>
                <a:off x="6958650" y="3335758"/>
                <a:ext cx="1426200" cy="1379700"/>
              </a:xfrm>
              <a:prstGeom prst="roundRect">
                <a:avLst>
                  <a:gd name="adj" fmla="val 3495"/>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2">
                <a:extLst>
                  <a:ext uri="{FF2B5EF4-FFF2-40B4-BE49-F238E27FC236}">
                    <a16:creationId xmlns:a16="http://schemas.microsoft.com/office/drawing/2014/main" id="{412668BF-F4A8-18B1-68B4-ADDE3D094FF0}"/>
                  </a:ext>
                </a:extLst>
              </p:cNvPr>
              <p:cNvSpPr/>
              <p:nvPr/>
            </p:nvSpPr>
            <p:spPr>
              <a:xfrm>
                <a:off x="6958650" y="3175425"/>
                <a:ext cx="81300" cy="813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2">
                <a:extLst>
                  <a:ext uri="{FF2B5EF4-FFF2-40B4-BE49-F238E27FC236}">
                    <a16:creationId xmlns:a16="http://schemas.microsoft.com/office/drawing/2014/main" id="{B9D9EC09-0F97-D1AF-E08D-81E39454D72C}"/>
                  </a:ext>
                </a:extLst>
              </p:cNvPr>
              <p:cNvSpPr/>
              <p:nvPr/>
            </p:nvSpPr>
            <p:spPr>
              <a:xfrm>
                <a:off x="7151075" y="3175425"/>
                <a:ext cx="81300" cy="81300"/>
              </a:xfrm>
              <a:prstGeom prst="ellipse">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2">
                <a:extLst>
                  <a:ext uri="{FF2B5EF4-FFF2-40B4-BE49-F238E27FC236}">
                    <a16:creationId xmlns:a16="http://schemas.microsoft.com/office/drawing/2014/main" id="{3117B42E-039E-3579-F26D-ED0408CA1BBE}"/>
                  </a:ext>
                </a:extLst>
              </p:cNvPr>
              <p:cNvSpPr/>
              <p:nvPr/>
            </p:nvSpPr>
            <p:spPr>
              <a:xfrm>
                <a:off x="7343500" y="3175425"/>
                <a:ext cx="81300" cy="81300"/>
              </a:xfrm>
              <a:prstGeom prst="ellipse">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772" name="Google Shape;1772;p52">
              <a:extLst>
                <a:ext uri="{FF2B5EF4-FFF2-40B4-BE49-F238E27FC236}">
                  <a16:creationId xmlns:a16="http://schemas.microsoft.com/office/drawing/2014/main" id="{A6C42853-E548-6114-08FC-76FE096EA108}"/>
                </a:ext>
              </a:extLst>
            </p:cNvPr>
            <p:cNvCxnSpPr/>
            <p:nvPr/>
          </p:nvCxnSpPr>
          <p:spPr>
            <a:xfrm>
              <a:off x="7689216" y="2131225"/>
              <a:ext cx="932100" cy="0"/>
            </a:xfrm>
            <a:prstGeom prst="straightConnector1">
              <a:avLst/>
            </a:prstGeom>
            <a:noFill/>
            <a:ln w="19050" cap="flat" cmpd="sng">
              <a:solidFill>
                <a:schemeClr val="dk1"/>
              </a:solidFill>
              <a:prstDash val="solid"/>
              <a:round/>
              <a:headEnd type="none" w="med" len="med"/>
              <a:tailEnd type="none" w="med" len="med"/>
            </a:ln>
          </p:spPr>
        </p:cxnSp>
        <p:cxnSp>
          <p:nvCxnSpPr>
            <p:cNvPr id="1773" name="Google Shape;1773;p52">
              <a:extLst>
                <a:ext uri="{FF2B5EF4-FFF2-40B4-BE49-F238E27FC236}">
                  <a16:creationId xmlns:a16="http://schemas.microsoft.com/office/drawing/2014/main" id="{D37E4F2D-2CE7-C740-C386-828A48FED1CA}"/>
                </a:ext>
              </a:extLst>
            </p:cNvPr>
            <p:cNvCxnSpPr/>
            <p:nvPr/>
          </p:nvCxnSpPr>
          <p:spPr>
            <a:xfrm>
              <a:off x="7689216" y="2359458"/>
              <a:ext cx="932100" cy="0"/>
            </a:xfrm>
            <a:prstGeom prst="straightConnector1">
              <a:avLst/>
            </a:prstGeom>
            <a:noFill/>
            <a:ln w="19050" cap="flat" cmpd="sng">
              <a:solidFill>
                <a:schemeClr val="dk1"/>
              </a:solidFill>
              <a:prstDash val="solid"/>
              <a:round/>
              <a:headEnd type="none" w="med" len="med"/>
              <a:tailEnd type="none" w="med" len="med"/>
            </a:ln>
          </p:spPr>
        </p:cxnSp>
        <p:cxnSp>
          <p:nvCxnSpPr>
            <p:cNvPr id="1774" name="Google Shape;1774;p52">
              <a:extLst>
                <a:ext uri="{FF2B5EF4-FFF2-40B4-BE49-F238E27FC236}">
                  <a16:creationId xmlns:a16="http://schemas.microsoft.com/office/drawing/2014/main" id="{EC552BD5-7C26-47B5-2285-17DDB370E726}"/>
                </a:ext>
              </a:extLst>
            </p:cNvPr>
            <p:cNvCxnSpPr/>
            <p:nvPr/>
          </p:nvCxnSpPr>
          <p:spPr>
            <a:xfrm>
              <a:off x="7689216" y="2587692"/>
              <a:ext cx="932100" cy="0"/>
            </a:xfrm>
            <a:prstGeom prst="straightConnector1">
              <a:avLst/>
            </a:prstGeom>
            <a:noFill/>
            <a:ln w="19050" cap="flat" cmpd="sng">
              <a:solidFill>
                <a:schemeClr val="dk1"/>
              </a:solidFill>
              <a:prstDash val="solid"/>
              <a:round/>
              <a:headEnd type="none" w="med" len="med"/>
              <a:tailEnd type="none" w="med" len="med"/>
            </a:ln>
          </p:spPr>
        </p:cxnSp>
        <p:cxnSp>
          <p:nvCxnSpPr>
            <p:cNvPr id="1775" name="Google Shape;1775;p52">
              <a:extLst>
                <a:ext uri="{FF2B5EF4-FFF2-40B4-BE49-F238E27FC236}">
                  <a16:creationId xmlns:a16="http://schemas.microsoft.com/office/drawing/2014/main" id="{5F037A4A-A9B3-27DE-8AAD-DD583C415E2B}"/>
                </a:ext>
              </a:extLst>
            </p:cNvPr>
            <p:cNvCxnSpPr/>
            <p:nvPr/>
          </p:nvCxnSpPr>
          <p:spPr>
            <a:xfrm>
              <a:off x="7689216" y="2815925"/>
              <a:ext cx="673500" cy="0"/>
            </a:xfrm>
            <a:prstGeom prst="straightConnector1">
              <a:avLst/>
            </a:prstGeom>
            <a:noFill/>
            <a:ln w="19050" cap="flat" cmpd="sng">
              <a:solidFill>
                <a:schemeClr val="dk1"/>
              </a:solidFill>
              <a:prstDash val="solid"/>
              <a:round/>
              <a:headEnd type="none" w="med" len="med"/>
              <a:tailEnd type="none" w="med" len="med"/>
            </a:ln>
          </p:spPr>
        </p:cxnSp>
        <p:cxnSp>
          <p:nvCxnSpPr>
            <p:cNvPr id="1776" name="Google Shape;1776;p52">
              <a:extLst>
                <a:ext uri="{FF2B5EF4-FFF2-40B4-BE49-F238E27FC236}">
                  <a16:creationId xmlns:a16="http://schemas.microsoft.com/office/drawing/2014/main" id="{FBE85B7A-190D-AE4E-A287-539B1E20F0FF}"/>
                </a:ext>
              </a:extLst>
            </p:cNvPr>
            <p:cNvCxnSpPr/>
            <p:nvPr/>
          </p:nvCxnSpPr>
          <p:spPr>
            <a:xfrm>
              <a:off x="8454516" y="2815925"/>
              <a:ext cx="166800" cy="0"/>
            </a:xfrm>
            <a:prstGeom prst="straightConnector1">
              <a:avLst/>
            </a:prstGeom>
            <a:noFill/>
            <a:ln w="19050" cap="flat" cmpd="sng">
              <a:solidFill>
                <a:schemeClr val="dk1"/>
              </a:solidFill>
              <a:prstDash val="solid"/>
              <a:round/>
              <a:headEnd type="none" w="med" len="med"/>
              <a:tailEnd type="none" w="med" len="med"/>
            </a:ln>
          </p:spPr>
        </p:cxnSp>
      </p:grpSp>
      <p:grpSp>
        <p:nvGrpSpPr>
          <p:cNvPr id="1777" name="Google Shape;1777;p52">
            <a:extLst>
              <a:ext uri="{FF2B5EF4-FFF2-40B4-BE49-F238E27FC236}">
                <a16:creationId xmlns:a16="http://schemas.microsoft.com/office/drawing/2014/main" id="{A0965038-C97E-7DD7-4C01-DCAF85AB2027}"/>
              </a:ext>
            </a:extLst>
          </p:cNvPr>
          <p:cNvGrpSpPr/>
          <p:nvPr/>
        </p:nvGrpSpPr>
        <p:grpSpPr>
          <a:xfrm>
            <a:off x="655725" y="2000651"/>
            <a:ext cx="1414522" cy="1745096"/>
            <a:chOff x="655725" y="2000651"/>
            <a:chExt cx="1414522" cy="1745096"/>
          </a:xfrm>
        </p:grpSpPr>
        <p:sp>
          <p:nvSpPr>
            <p:cNvPr id="1778" name="Google Shape;1778;p52">
              <a:extLst>
                <a:ext uri="{FF2B5EF4-FFF2-40B4-BE49-F238E27FC236}">
                  <a16:creationId xmlns:a16="http://schemas.microsoft.com/office/drawing/2014/main" id="{A65E5BFA-1D0F-35CE-60D6-87FB1FAB4ED3}"/>
                </a:ext>
              </a:extLst>
            </p:cNvPr>
            <p:cNvSpPr/>
            <p:nvPr/>
          </p:nvSpPr>
          <p:spPr>
            <a:xfrm>
              <a:off x="655725" y="2358103"/>
              <a:ext cx="1414522" cy="1387644"/>
            </a:xfrm>
            <a:custGeom>
              <a:avLst/>
              <a:gdLst/>
              <a:ahLst/>
              <a:cxnLst/>
              <a:rect l="l" t="t" r="r" b="b"/>
              <a:pathLst>
                <a:path w="21472" h="21064" extrusionOk="0">
                  <a:moveTo>
                    <a:pt x="10743" y="1"/>
                  </a:moveTo>
                  <a:cubicBezTo>
                    <a:pt x="10386" y="1"/>
                    <a:pt x="10027" y="101"/>
                    <a:pt x="9709" y="301"/>
                  </a:cubicBezTo>
                  <a:lnTo>
                    <a:pt x="928" y="5773"/>
                  </a:lnTo>
                  <a:cubicBezTo>
                    <a:pt x="346" y="6137"/>
                    <a:pt x="1" y="6755"/>
                    <a:pt x="19" y="7428"/>
                  </a:cubicBezTo>
                  <a:lnTo>
                    <a:pt x="19" y="19118"/>
                  </a:lnTo>
                  <a:cubicBezTo>
                    <a:pt x="19" y="20191"/>
                    <a:pt x="873" y="21063"/>
                    <a:pt x="1964" y="21063"/>
                  </a:cubicBezTo>
                  <a:lnTo>
                    <a:pt x="19545" y="21063"/>
                  </a:lnTo>
                  <a:cubicBezTo>
                    <a:pt x="20617" y="21045"/>
                    <a:pt x="21472" y="20191"/>
                    <a:pt x="21472" y="19118"/>
                  </a:cubicBezTo>
                  <a:lnTo>
                    <a:pt x="21472" y="7428"/>
                  </a:lnTo>
                  <a:cubicBezTo>
                    <a:pt x="21472" y="6755"/>
                    <a:pt x="21126" y="6137"/>
                    <a:pt x="20563" y="5773"/>
                  </a:cubicBezTo>
                  <a:lnTo>
                    <a:pt x="11763" y="301"/>
                  </a:lnTo>
                  <a:cubicBezTo>
                    <a:pt x="11454" y="101"/>
                    <a:pt x="11100" y="1"/>
                    <a:pt x="10743"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2">
              <a:extLst>
                <a:ext uri="{FF2B5EF4-FFF2-40B4-BE49-F238E27FC236}">
                  <a16:creationId xmlns:a16="http://schemas.microsoft.com/office/drawing/2014/main" id="{017C96EE-697B-FDAE-9B75-4F62D0A1A1C4}"/>
                </a:ext>
              </a:extLst>
            </p:cNvPr>
            <p:cNvSpPr/>
            <p:nvPr/>
          </p:nvSpPr>
          <p:spPr>
            <a:xfrm>
              <a:off x="813831" y="2000651"/>
              <a:ext cx="1100747" cy="1212080"/>
            </a:xfrm>
            <a:custGeom>
              <a:avLst/>
              <a:gdLst/>
              <a:ahLst/>
              <a:cxnLst/>
              <a:rect l="l" t="t" r="r" b="b"/>
              <a:pathLst>
                <a:path w="16709" h="18399" extrusionOk="0">
                  <a:moveTo>
                    <a:pt x="0" y="0"/>
                  </a:moveTo>
                  <a:lnTo>
                    <a:pt x="0" y="12545"/>
                  </a:lnTo>
                  <a:lnTo>
                    <a:pt x="8345" y="18399"/>
                  </a:lnTo>
                  <a:lnTo>
                    <a:pt x="16708" y="12545"/>
                  </a:lnTo>
                  <a:lnTo>
                    <a:pt x="16708" y="0"/>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52">
              <a:extLst>
                <a:ext uri="{FF2B5EF4-FFF2-40B4-BE49-F238E27FC236}">
                  <a16:creationId xmlns:a16="http://schemas.microsoft.com/office/drawing/2014/main" id="{C43835E9-131B-E465-E0E0-1A38AC6BC24C}"/>
                </a:ext>
              </a:extLst>
            </p:cNvPr>
            <p:cNvSpPr/>
            <p:nvPr/>
          </p:nvSpPr>
          <p:spPr>
            <a:xfrm>
              <a:off x="764687" y="3206673"/>
              <a:ext cx="1230131" cy="440852"/>
            </a:xfrm>
            <a:custGeom>
              <a:avLst/>
              <a:gdLst/>
              <a:ahLst/>
              <a:cxnLst/>
              <a:rect l="l" t="t" r="r" b="b"/>
              <a:pathLst>
                <a:path w="18673" h="6692" extrusionOk="0">
                  <a:moveTo>
                    <a:pt x="9144" y="0"/>
                  </a:moveTo>
                  <a:cubicBezTo>
                    <a:pt x="8561" y="0"/>
                    <a:pt x="7979" y="164"/>
                    <a:pt x="7473" y="492"/>
                  </a:cubicBezTo>
                  <a:lnTo>
                    <a:pt x="1" y="6564"/>
                  </a:lnTo>
                  <a:lnTo>
                    <a:pt x="110" y="6691"/>
                  </a:lnTo>
                  <a:lnTo>
                    <a:pt x="7582" y="619"/>
                  </a:lnTo>
                  <a:cubicBezTo>
                    <a:pt x="8057" y="321"/>
                    <a:pt x="8598" y="171"/>
                    <a:pt x="9140" y="171"/>
                  </a:cubicBezTo>
                  <a:cubicBezTo>
                    <a:pt x="9657" y="171"/>
                    <a:pt x="10175" y="308"/>
                    <a:pt x="10637" y="583"/>
                  </a:cubicBezTo>
                  <a:lnTo>
                    <a:pt x="18563" y="6691"/>
                  </a:lnTo>
                  <a:lnTo>
                    <a:pt x="18672" y="6564"/>
                  </a:lnTo>
                  <a:lnTo>
                    <a:pt x="10728" y="437"/>
                  </a:lnTo>
                  <a:cubicBezTo>
                    <a:pt x="10242" y="146"/>
                    <a:pt x="9693" y="0"/>
                    <a:pt x="9144" y="0"/>
                  </a:cubicBez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52">
              <a:extLst>
                <a:ext uri="{FF2B5EF4-FFF2-40B4-BE49-F238E27FC236}">
                  <a16:creationId xmlns:a16="http://schemas.microsoft.com/office/drawing/2014/main" id="{D417D876-8A51-8D84-0BD5-E51FBD0FD99B}"/>
                </a:ext>
              </a:extLst>
            </p:cNvPr>
            <p:cNvSpPr/>
            <p:nvPr/>
          </p:nvSpPr>
          <p:spPr>
            <a:xfrm>
              <a:off x="1082085" y="2173119"/>
              <a:ext cx="564175" cy="10804"/>
            </a:xfrm>
            <a:custGeom>
              <a:avLst/>
              <a:gdLst/>
              <a:ahLst/>
              <a:cxnLst/>
              <a:rect l="l" t="t" r="r" b="b"/>
              <a:pathLst>
                <a:path w="8564" h="164" extrusionOk="0">
                  <a:moveTo>
                    <a:pt x="1" y="0"/>
                  </a:moveTo>
                  <a:lnTo>
                    <a:pt x="1" y="164"/>
                  </a:lnTo>
                  <a:lnTo>
                    <a:pt x="8564" y="164"/>
                  </a:lnTo>
                  <a:lnTo>
                    <a:pt x="85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2">
              <a:extLst>
                <a:ext uri="{FF2B5EF4-FFF2-40B4-BE49-F238E27FC236}">
                  <a16:creationId xmlns:a16="http://schemas.microsoft.com/office/drawing/2014/main" id="{16E5878C-0EF0-8176-FD29-D3126E155319}"/>
                </a:ext>
              </a:extLst>
            </p:cNvPr>
            <p:cNvSpPr/>
            <p:nvPr/>
          </p:nvSpPr>
          <p:spPr>
            <a:xfrm>
              <a:off x="977933" y="2389856"/>
              <a:ext cx="771360" cy="12056"/>
            </a:xfrm>
            <a:custGeom>
              <a:avLst/>
              <a:gdLst/>
              <a:ahLst/>
              <a:cxnLst/>
              <a:rect l="l" t="t" r="r" b="b"/>
              <a:pathLst>
                <a:path w="11709" h="183" extrusionOk="0">
                  <a:moveTo>
                    <a:pt x="0" y="1"/>
                  </a:moveTo>
                  <a:lnTo>
                    <a:pt x="0" y="183"/>
                  </a:lnTo>
                  <a:lnTo>
                    <a:pt x="11708" y="183"/>
                  </a:lnTo>
                  <a:lnTo>
                    <a:pt x="11708"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2">
              <a:extLst>
                <a:ext uri="{FF2B5EF4-FFF2-40B4-BE49-F238E27FC236}">
                  <a16:creationId xmlns:a16="http://schemas.microsoft.com/office/drawing/2014/main" id="{A36A45C7-445C-410C-C894-8A34EEB90EF0}"/>
                </a:ext>
              </a:extLst>
            </p:cNvPr>
            <p:cNvSpPr/>
            <p:nvPr/>
          </p:nvSpPr>
          <p:spPr>
            <a:xfrm>
              <a:off x="977933" y="2551586"/>
              <a:ext cx="771360" cy="11990"/>
            </a:xfrm>
            <a:custGeom>
              <a:avLst/>
              <a:gdLst/>
              <a:ahLst/>
              <a:cxnLst/>
              <a:rect l="l" t="t" r="r" b="b"/>
              <a:pathLst>
                <a:path w="11709" h="182" extrusionOk="0">
                  <a:moveTo>
                    <a:pt x="0" y="0"/>
                  </a:moveTo>
                  <a:lnTo>
                    <a:pt x="0" y="182"/>
                  </a:lnTo>
                  <a:lnTo>
                    <a:pt x="11708" y="182"/>
                  </a:lnTo>
                  <a:lnTo>
                    <a:pt x="11708"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2">
              <a:extLst>
                <a:ext uri="{FF2B5EF4-FFF2-40B4-BE49-F238E27FC236}">
                  <a16:creationId xmlns:a16="http://schemas.microsoft.com/office/drawing/2014/main" id="{1D350DA0-BA4C-69E0-AEB3-E4A1CB985B20}"/>
                </a:ext>
              </a:extLst>
            </p:cNvPr>
            <p:cNvSpPr/>
            <p:nvPr/>
          </p:nvSpPr>
          <p:spPr>
            <a:xfrm>
              <a:off x="977933" y="2713250"/>
              <a:ext cx="771360" cy="12056"/>
            </a:xfrm>
            <a:custGeom>
              <a:avLst/>
              <a:gdLst/>
              <a:ahLst/>
              <a:cxnLst/>
              <a:rect l="l" t="t" r="r" b="b"/>
              <a:pathLst>
                <a:path w="11709" h="183" extrusionOk="0">
                  <a:moveTo>
                    <a:pt x="0" y="0"/>
                  </a:moveTo>
                  <a:lnTo>
                    <a:pt x="0" y="182"/>
                  </a:lnTo>
                  <a:lnTo>
                    <a:pt x="11708" y="182"/>
                  </a:lnTo>
                  <a:lnTo>
                    <a:pt x="11708"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2">
              <a:extLst>
                <a:ext uri="{FF2B5EF4-FFF2-40B4-BE49-F238E27FC236}">
                  <a16:creationId xmlns:a16="http://schemas.microsoft.com/office/drawing/2014/main" id="{1EA97C4A-507F-76F8-F9E8-847A81ACE85C}"/>
                </a:ext>
              </a:extLst>
            </p:cNvPr>
            <p:cNvSpPr/>
            <p:nvPr/>
          </p:nvSpPr>
          <p:spPr>
            <a:xfrm>
              <a:off x="977933" y="2874913"/>
              <a:ext cx="771360" cy="10870"/>
            </a:xfrm>
            <a:custGeom>
              <a:avLst/>
              <a:gdLst/>
              <a:ahLst/>
              <a:cxnLst/>
              <a:rect l="l" t="t" r="r" b="b"/>
              <a:pathLst>
                <a:path w="11709" h="165" extrusionOk="0">
                  <a:moveTo>
                    <a:pt x="0" y="1"/>
                  </a:moveTo>
                  <a:lnTo>
                    <a:pt x="0" y="164"/>
                  </a:lnTo>
                  <a:lnTo>
                    <a:pt x="11708" y="164"/>
                  </a:lnTo>
                  <a:lnTo>
                    <a:pt x="11708"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2">
              <a:extLst>
                <a:ext uri="{FF2B5EF4-FFF2-40B4-BE49-F238E27FC236}">
                  <a16:creationId xmlns:a16="http://schemas.microsoft.com/office/drawing/2014/main" id="{5CA8FCFD-0758-3E61-FF79-A4A478B26C72}"/>
                </a:ext>
              </a:extLst>
            </p:cNvPr>
            <p:cNvSpPr/>
            <p:nvPr/>
          </p:nvSpPr>
          <p:spPr>
            <a:xfrm>
              <a:off x="1134787" y="3036643"/>
              <a:ext cx="458771" cy="10804"/>
            </a:xfrm>
            <a:custGeom>
              <a:avLst/>
              <a:gdLst/>
              <a:ahLst/>
              <a:cxnLst/>
              <a:rect l="l" t="t" r="r" b="b"/>
              <a:pathLst>
                <a:path w="6964" h="164" extrusionOk="0">
                  <a:moveTo>
                    <a:pt x="1" y="0"/>
                  </a:moveTo>
                  <a:lnTo>
                    <a:pt x="1" y="164"/>
                  </a:lnTo>
                  <a:lnTo>
                    <a:pt x="6964" y="164"/>
                  </a:lnTo>
                  <a:lnTo>
                    <a:pt x="69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7" name="Google Shape;1787;p52">
            <a:extLst>
              <a:ext uri="{FF2B5EF4-FFF2-40B4-BE49-F238E27FC236}">
                <a16:creationId xmlns:a16="http://schemas.microsoft.com/office/drawing/2014/main" id="{E1B86F9E-7D1B-20BC-9691-5651C511DB4D}"/>
              </a:ext>
            </a:extLst>
          </p:cNvPr>
          <p:cNvGrpSpPr/>
          <p:nvPr/>
        </p:nvGrpSpPr>
        <p:grpSpPr>
          <a:xfrm flipH="1">
            <a:off x="2625085" y="4316708"/>
            <a:ext cx="871623" cy="751268"/>
            <a:chOff x="1831350" y="1163925"/>
            <a:chExt cx="757670" cy="686842"/>
          </a:xfrm>
        </p:grpSpPr>
        <p:sp>
          <p:nvSpPr>
            <p:cNvPr id="1788" name="Google Shape;1788;p52">
              <a:extLst>
                <a:ext uri="{FF2B5EF4-FFF2-40B4-BE49-F238E27FC236}">
                  <a16:creationId xmlns:a16="http://schemas.microsoft.com/office/drawing/2014/main" id="{5CBE7099-CF8D-34F5-B49C-A4455848BD39}"/>
                </a:ext>
              </a:extLst>
            </p:cNvPr>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52">
              <a:extLst>
                <a:ext uri="{FF2B5EF4-FFF2-40B4-BE49-F238E27FC236}">
                  <a16:creationId xmlns:a16="http://schemas.microsoft.com/office/drawing/2014/main" id="{7D4D6F71-DD53-69B5-6783-5129F0A72CEA}"/>
                </a:ext>
              </a:extLst>
            </p:cNvPr>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0" name="Google Shape;1790;p52">
            <a:extLst>
              <a:ext uri="{FF2B5EF4-FFF2-40B4-BE49-F238E27FC236}">
                <a16:creationId xmlns:a16="http://schemas.microsoft.com/office/drawing/2014/main" id="{63DE5395-F419-4CF9-D594-306C33874F3A}"/>
              </a:ext>
            </a:extLst>
          </p:cNvPr>
          <p:cNvGrpSpPr/>
          <p:nvPr/>
        </p:nvGrpSpPr>
        <p:grpSpPr>
          <a:xfrm flipH="1">
            <a:off x="7430469" y="538241"/>
            <a:ext cx="998071" cy="846226"/>
            <a:chOff x="499294" y="784229"/>
            <a:chExt cx="998071" cy="846226"/>
          </a:xfrm>
        </p:grpSpPr>
        <p:sp>
          <p:nvSpPr>
            <p:cNvPr id="1791" name="Google Shape;1791;p52">
              <a:extLst>
                <a:ext uri="{FF2B5EF4-FFF2-40B4-BE49-F238E27FC236}">
                  <a16:creationId xmlns:a16="http://schemas.microsoft.com/office/drawing/2014/main" id="{296F90C9-046A-4715-8456-BD68CFAA8260}"/>
                </a:ext>
              </a:extLst>
            </p:cNvPr>
            <p:cNvSpPr/>
            <p:nvPr/>
          </p:nvSpPr>
          <p:spPr>
            <a:xfrm rot="10800000">
              <a:off x="499294"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2">
              <a:extLst>
                <a:ext uri="{FF2B5EF4-FFF2-40B4-BE49-F238E27FC236}">
                  <a16:creationId xmlns:a16="http://schemas.microsoft.com/office/drawing/2014/main" id="{C71601AC-D230-A752-7844-E5208828F922}"/>
                </a:ext>
              </a:extLst>
            </p:cNvPr>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2">
              <a:extLst>
                <a:ext uri="{FF2B5EF4-FFF2-40B4-BE49-F238E27FC236}">
                  <a16:creationId xmlns:a16="http://schemas.microsoft.com/office/drawing/2014/main" id="{F51D8B5E-F44D-FF9F-E711-DF9619789930}"/>
                </a:ext>
              </a:extLst>
            </p:cNvPr>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2">
              <a:extLst>
                <a:ext uri="{FF2B5EF4-FFF2-40B4-BE49-F238E27FC236}">
                  <a16:creationId xmlns:a16="http://schemas.microsoft.com/office/drawing/2014/main" id="{C88C645E-474C-8B8F-D927-E060BB357546}"/>
                </a:ext>
              </a:extLst>
            </p:cNvPr>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2">
              <a:extLst>
                <a:ext uri="{FF2B5EF4-FFF2-40B4-BE49-F238E27FC236}">
                  <a16:creationId xmlns:a16="http://schemas.microsoft.com/office/drawing/2014/main" id="{381F5B72-FC0F-5364-49E9-0F26BE0F7E92}"/>
                </a:ext>
              </a:extLst>
            </p:cNvPr>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2">
              <a:extLst>
                <a:ext uri="{FF2B5EF4-FFF2-40B4-BE49-F238E27FC236}">
                  <a16:creationId xmlns:a16="http://schemas.microsoft.com/office/drawing/2014/main" id="{06F3BA9A-78A5-1EAC-0550-1E61ED56ABA3}"/>
                </a:ext>
              </a:extLst>
            </p:cNvPr>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2">
              <a:extLst>
                <a:ext uri="{FF2B5EF4-FFF2-40B4-BE49-F238E27FC236}">
                  <a16:creationId xmlns:a16="http://schemas.microsoft.com/office/drawing/2014/main" id="{AEADFD0F-DAD9-D390-C370-4F4F56521492}"/>
                </a:ext>
              </a:extLst>
            </p:cNvPr>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16458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61">
          <a:extLst>
            <a:ext uri="{FF2B5EF4-FFF2-40B4-BE49-F238E27FC236}">
              <a16:creationId xmlns:a16="http://schemas.microsoft.com/office/drawing/2014/main" id="{7CC73EAB-CEC7-A639-3FEA-194BA60607E5}"/>
            </a:ext>
          </a:extLst>
        </p:cNvPr>
        <p:cNvGrpSpPr/>
        <p:nvPr/>
      </p:nvGrpSpPr>
      <p:grpSpPr>
        <a:xfrm>
          <a:off x="0" y="0"/>
          <a:ext cx="0" cy="0"/>
          <a:chOff x="0" y="0"/>
          <a:chExt cx="0" cy="0"/>
        </a:xfrm>
      </p:grpSpPr>
      <p:sp>
        <p:nvSpPr>
          <p:cNvPr id="1762" name="Google Shape;1762;p52">
            <a:extLst>
              <a:ext uri="{FF2B5EF4-FFF2-40B4-BE49-F238E27FC236}">
                <a16:creationId xmlns:a16="http://schemas.microsoft.com/office/drawing/2014/main" id="{2C38520B-99CC-E0FD-0593-604D2557ECDE}"/>
              </a:ext>
            </a:extLst>
          </p:cNvPr>
          <p:cNvSpPr/>
          <p:nvPr/>
        </p:nvSpPr>
        <p:spPr>
          <a:xfrm>
            <a:off x="1815600" y="431125"/>
            <a:ext cx="55128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2">
            <a:extLst>
              <a:ext uri="{FF2B5EF4-FFF2-40B4-BE49-F238E27FC236}">
                <a16:creationId xmlns:a16="http://schemas.microsoft.com/office/drawing/2014/main" id="{B8E4EDAE-5F43-BAFE-E64B-4D9968D0768D}"/>
              </a:ext>
            </a:extLst>
          </p:cNvPr>
          <p:cNvSpPr txBox="1">
            <a:spLocks noGrp="1"/>
          </p:cNvSpPr>
          <p:nvPr>
            <p:ph type="body" idx="1"/>
          </p:nvPr>
        </p:nvSpPr>
        <p:spPr>
          <a:xfrm>
            <a:off x="2475150" y="1500716"/>
            <a:ext cx="4193700" cy="2526300"/>
          </a:xfrm>
          <a:prstGeom prst="rect">
            <a:avLst/>
          </a:prstGeom>
        </p:spPr>
        <p:txBody>
          <a:bodyPr spcFirstLastPara="1" wrap="square" lIns="91425" tIns="91425" rIns="91425" bIns="91425" anchor="t" anchorCtr="0">
            <a:noAutofit/>
          </a:bodyPr>
          <a:lstStyle/>
          <a:p>
            <a:r>
              <a:rPr lang="en-GB" sz="1200" dirty="0"/>
              <a:t>Liam: That sounds amazing. How about the weather?</a:t>
            </a:r>
            <a:endParaRPr lang="en-ID" sz="1200" dirty="0"/>
          </a:p>
          <a:p>
            <a:r>
              <a:rPr lang="en-GB" sz="1200" dirty="0"/>
              <a:t>Maya: It’s warm and humid, so bring light clothes. And sunscreen a lot of sunscreen.</a:t>
            </a:r>
            <a:endParaRPr lang="en-ID" sz="1200" dirty="0"/>
          </a:p>
          <a:p>
            <a:r>
              <a:rPr lang="en-GB" sz="1200" dirty="0"/>
              <a:t>Liam: Noted. Is Bahasa Indonesia hard to learn?</a:t>
            </a:r>
            <a:endParaRPr lang="en-ID" sz="1200" dirty="0"/>
          </a:p>
          <a:p>
            <a:r>
              <a:rPr lang="en-GB" sz="1200" dirty="0"/>
              <a:t>Maya: Not really. Some basic phrases are super easy.</a:t>
            </a:r>
            <a:endParaRPr lang="en-ID" sz="1200" dirty="0"/>
          </a:p>
          <a:p>
            <a:r>
              <a:rPr lang="en-GB" sz="1200" dirty="0"/>
              <a:t>Liam: Like what?</a:t>
            </a:r>
            <a:endParaRPr lang="en-ID" sz="1200" dirty="0"/>
          </a:p>
          <a:p>
            <a:r>
              <a:rPr lang="en-GB" sz="1200" dirty="0"/>
              <a:t>Maya: “</a:t>
            </a:r>
            <a:r>
              <a:rPr lang="en-GB" sz="1200" dirty="0" err="1"/>
              <a:t>Terima</a:t>
            </a:r>
            <a:r>
              <a:rPr lang="en-GB" sz="1200" dirty="0"/>
              <a:t> </a:t>
            </a:r>
            <a:r>
              <a:rPr lang="en-GB" sz="1200" dirty="0" err="1"/>
              <a:t>kasih</a:t>
            </a:r>
            <a:r>
              <a:rPr lang="en-GB" sz="1200" dirty="0"/>
              <a:t>” means thank you, “</a:t>
            </a:r>
            <a:r>
              <a:rPr lang="en-GB" sz="1200" dirty="0" err="1"/>
              <a:t>tolong</a:t>
            </a:r>
            <a:r>
              <a:rPr lang="en-GB" sz="1200" dirty="0"/>
              <a:t>” means please, and “</a:t>
            </a:r>
            <a:r>
              <a:rPr lang="en-GB" sz="1200" dirty="0" err="1"/>
              <a:t>permisi</a:t>
            </a:r>
            <a:r>
              <a:rPr lang="en-GB" sz="1200" dirty="0"/>
              <a:t>” is excuse me.</a:t>
            </a:r>
            <a:endParaRPr lang="en-ID" sz="1200" dirty="0"/>
          </a:p>
          <a:p>
            <a:r>
              <a:rPr lang="en-GB" sz="1200" dirty="0"/>
              <a:t>Liam: Nice! I’ll practice those.</a:t>
            </a:r>
            <a:endParaRPr lang="en-ID" sz="1200" dirty="0"/>
          </a:p>
          <a:p>
            <a:r>
              <a:rPr lang="en-GB" sz="1200" dirty="0"/>
              <a:t>Maya: Indonesians really appreciate when foreigners try to speak the language. It makes interactions smoother.</a:t>
            </a:r>
            <a:endParaRPr lang="en-ID" sz="1200" dirty="0"/>
          </a:p>
        </p:txBody>
      </p:sp>
      <p:sp>
        <p:nvSpPr>
          <p:cNvPr id="1764" name="Google Shape;1764;p52">
            <a:extLst>
              <a:ext uri="{FF2B5EF4-FFF2-40B4-BE49-F238E27FC236}">
                <a16:creationId xmlns:a16="http://schemas.microsoft.com/office/drawing/2014/main" id="{DB8654EC-4570-A3B0-E00F-57E27D3C2DAD}"/>
              </a:ext>
            </a:extLst>
          </p:cNvPr>
          <p:cNvSpPr txBox="1">
            <a:spLocks noGrp="1"/>
          </p:cNvSpPr>
          <p:nvPr>
            <p:ph type="title"/>
          </p:nvPr>
        </p:nvSpPr>
        <p:spPr>
          <a:xfrm>
            <a:off x="715550" y="538250"/>
            <a:ext cx="7713000" cy="4794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Clr>
                <a:schemeClr val="dk1"/>
              </a:buClr>
              <a:buSzPts val="1100"/>
              <a:buFont typeface="Arial"/>
              <a:buNone/>
            </a:pPr>
            <a:r>
              <a:rPr lang="en" dirty="0"/>
              <a:t>Dialog</a:t>
            </a:r>
            <a:endParaRPr dirty="0"/>
          </a:p>
        </p:txBody>
      </p:sp>
      <p:grpSp>
        <p:nvGrpSpPr>
          <p:cNvPr id="1765" name="Google Shape;1765;p52">
            <a:extLst>
              <a:ext uri="{FF2B5EF4-FFF2-40B4-BE49-F238E27FC236}">
                <a16:creationId xmlns:a16="http://schemas.microsoft.com/office/drawing/2014/main" id="{720BA4BF-9F63-9FB3-88F8-4769AFACDD9A}"/>
              </a:ext>
            </a:extLst>
          </p:cNvPr>
          <p:cNvGrpSpPr/>
          <p:nvPr/>
        </p:nvGrpSpPr>
        <p:grpSpPr>
          <a:xfrm>
            <a:off x="7073760" y="2227558"/>
            <a:ext cx="1414512" cy="1518189"/>
            <a:chOff x="7448010" y="1638121"/>
            <a:chExt cx="1414512" cy="1518189"/>
          </a:xfrm>
        </p:grpSpPr>
        <p:grpSp>
          <p:nvGrpSpPr>
            <p:cNvPr id="1766" name="Google Shape;1766;p52">
              <a:extLst>
                <a:ext uri="{FF2B5EF4-FFF2-40B4-BE49-F238E27FC236}">
                  <a16:creationId xmlns:a16="http://schemas.microsoft.com/office/drawing/2014/main" id="{ACE4710D-DD05-BA17-E4E3-4B4DA931012C}"/>
                </a:ext>
              </a:extLst>
            </p:cNvPr>
            <p:cNvGrpSpPr/>
            <p:nvPr/>
          </p:nvGrpSpPr>
          <p:grpSpPr>
            <a:xfrm>
              <a:off x="7448010" y="1638121"/>
              <a:ext cx="1414512" cy="1518189"/>
              <a:chOff x="6879750" y="3096400"/>
              <a:chExt cx="1584000" cy="1700100"/>
            </a:xfrm>
          </p:grpSpPr>
          <p:sp>
            <p:nvSpPr>
              <p:cNvPr id="1767" name="Google Shape;1767;p52">
                <a:extLst>
                  <a:ext uri="{FF2B5EF4-FFF2-40B4-BE49-F238E27FC236}">
                    <a16:creationId xmlns:a16="http://schemas.microsoft.com/office/drawing/2014/main" id="{AC4F2525-FF98-9C7D-419C-9516B624F956}"/>
                  </a:ext>
                </a:extLst>
              </p:cNvPr>
              <p:cNvSpPr/>
              <p:nvPr/>
            </p:nvSpPr>
            <p:spPr>
              <a:xfrm>
                <a:off x="6879750" y="3096400"/>
                <a:ext cx="1584000" cy="1700100"/>
              </a:xfrm>
              <a:prstGeom prst="roundRect">
                <a:avLst>
                  <a:gd name="adj" fmla="val 3791"/>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2">
                <a:extLst>
                  <a:ext uri="{FF2B5EF4-FFF2-40B4-BE49-F238E27FC236}">
                    <a16:creationId xmlns:a16="http://schemas.microsoft.com/office/drawing/2014/main" id="{B313D15B-D0C3-3879-FC6D-3C1BA03551E9}"/>
                  </a:ext>
                </a:extLst>
              </p:cNvPr>
              <p:cNvSpPr/>
              <p:nvPr/>
            </p:nvSpPr>
            <p:spPr>
              <a:xfrm>
                <a:off x="6958650" y="3335758"/>
                <a:ext cx="1426200" cy="1379700"/>
              </a:xfrm>
              <a:prstGeom prst="roundRect">
                <a:avLst>
                  <a:gd name="adj" fmla="val 3495"/>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2">
                <a:extLst>
                  <a:ext uri="{FF2B5EF4-FFF2-40B4-BE49-F238E27FC236}">
                    <a16:creationId xmlns:a16="http://schemas.microsoft.com/office/drawing/2014/main" id="{6F8D1A44-3268-9D49-7048-5E339A8D620E}"/>
                  </a:ext>
                </a:extLst>
              </p:cNvPr>
              <p:cNvSpPr/>
              <p:nvPr/>
            </p:nvSpPr>
            <p:spPr>
              <a:xfrm>
                <a:off x="6958650" y="3175425"/>
                <a:ext cx="81300" cy="813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2">
                <a:extLst>
                  <a:ext uri="{FF2B5EF4-FFF2-40B4-BE49-F238E27FC236}">
                    <a16:creationId xmlns:a16="http://schemas.microsoft.com/office/drawing/2014/main" id="{AD27101C-A9E6-C7E2-4EF9-4DFBA21EBE85}"/>
                  </a:ext>
                </a:extLst>
              </p:cNvPr>
              <p:cNvSpPr/>
              <p:nvPr/>
            </p:nvSpPr>
            <p:spPr>
              <a:xfrm>
                <a:off x="7151075" y="3175425"/>
                <a:ext cx="81300" cy="81300"/>
              </a:xfrm>
              <a:prstGeom prst="ellipse">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2">
                <a:extLst>
                  <a:ext uri="{FF2B5EF4-FFF2-40B4-BE49-F238E27FC236}">
                    <a16:creationId xmlns:a16="http://schemas.microsoft.com/office/drawing/2014/main" id="{EBACE705-DCE0-F4B4-77A4-E9CBAB79BD8F}"/>
                  </a:ext>
                </a:extLst>
              </p:cNvPr>
              <p:cNvSpPr/>
              <p:nvPr/>
            </p:nvSpPr>
            <p:spPr>
              <a:xfrm>
                <a:off x="7343500" y="3175425"/>
                <a:ext cx="81300" cy="81300"/>
              </a:xfrm>
              <a:prstGeom prst="ellipse">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772" name="Google Shape;1772;p52">
              <a:extLst>
                <a:ext uri="{FF2B5EF4-FFF2-40B4-BE49-F238E27FC236}">
                  <a16:creationId xmlns:a16="http://schemas.microsoft.com/office/drawing/2014/main" id="{91BB2C69-793C-06BB-655F-D59A14F23BB4}"/>
                </a:ext>
              </a:extLst>
            </p:cNvPr>
            <p:cNvCxnSpPr/>
            <p:nvPr/>
          </p:nvCxnSpPr>
          <p:spPr>
            <a:xfrm>
              <a:off x="7689216" y="2131225"/>
              <a:ext cx="932100" cy="0"/>
            </a:xfrm>
            <a:prstGeom prst="straightConnector1">
              <a:avLst/>
            </a:prstGeom>
            <a:noFill/>
            <a:ln w="19050" cap="flat" cmpd="sng">
              <a:solidFill>
                <a:schemeClr val="dk1"/>
              </a:solidFill>
              <a:prstDash val="solid"/>
              <a:round/>
              <a:headEnd type="none" w="med" len="med"/>
              <a:tailEnd type="none" w="med" len="med"/>
            </a:ln>
          </p:spPr>
        </p:cxnSp>
        <p:cxnSp>
          <p:nvCxnSpPr>
            <p:cNvPr id="1773" name="Google Shape;1773;p52">
              <a:extLst>
                <a:ext uri="{FF2B5EF4-FFF2-40B4-BE49-F238E27FC236}">
                  <a16:creationId xmlns:a16="http://schemas.microsoft.com/office/drawing/2014/main" id="{A55362CC-3632-2E3B-1E85-C4E17F1D64F0}"/>
                </a:ext>
              </a:extLst>
            </p:cNvPr>
            <p:cNvCxnSpPr/>
            <p:nvPr/>
          </p:nvCxnSpPr>
          <p:spPr>
            <a:xfrm>
              <a:off x="7689216" y="2359458"/>
              <a:ext cx="932100" cy="0"/>
            </a:xfrm>
            <a:prstGeom prst="straightConnector1">
              <a:avLst/>
            </a:prstGeom>
            <a:noFill/>
            <a:ln w="19050" cap="flat" cmpd="sng">
              <a:solidFill>
                <a:schemeClr val="dk1"/>
              </a:solidFill>
              <a:prstDash val="solid"/>
              <a:round/>
              <a:headEnd type="none" w="med" len="med"/>
              <a:tailEnd type="none" w="med" len="med"/>
            </a:ln>
          </p:spPr>
        </p:cxnSp>
        <p:cxnSp>
          <p:nvCxnSpPr>
            <p:cNvPr id="1774" name="Google Shape;1774;p52">
              <a:extLst>
                <a:ext uri="{FF2B5EF4-FFF2-40B4-BE49-F238E27FC236}">
                  <a16:creationId xmlns:a16="http://schemas.microsoft.com/office/drawing/2014/main" id="{2884D8DB-621C-56A7-5C05-B7C04A60A26A}"/>
                </a:ext>
              </a:extLst>
            </p:cNvPr>
            <p:cNvCxnSpPr/>
            <p:nvPr/>
          </p:nvCxnSpPr>
          <p:spPr>
            <a:xfrm>
              <a:off x="7689216" y="2587692"/>
              <a:ext cx="932100" cy="0"/>
            </a:xfrm>
            <a:prstGeom prst="straightConnector1">
              <a:avLst/>
            </a:prstGeom>
            <a:noFill/>
            <a:ln w="19050" cap="flat" cmpd="sng">
              <a:solidFill>
                <a:schemeClr val="dk1"/>
              </a:solidFill>
              <a:prstDash val="solid"/>
              <a:round/>
              <a:headEnd type="none" w="med" len="med"/>
              <a:tailEnd type="none" w="med" len="med"/>
            </a:ln>
          </p:spPr>
        </p:cxnSp>
        <p:cxnSp>
          <p:nvCxnSpPr>
            <p:cNvPr id="1775" name="Google Shape;1775;p52">
              <a:extLst>
                <a:ext uri="{FF2B5EF4-FFF2-40B4-BE49-F238E27FC236}">
                  <a16:creationId xmlns:a16="http://schemas.microsoft.com/office/drawing/2014/main" id="{E16ADF41-B5EE-1538-3E1E-4E58D2971493}"/>
                </a:ext>
              </a:extLst>
            </p:cNvPr>
            <p:cNvCxnSpPr/>
            <p:nvPr/>
          </p:nvCxnSpPr>
          <p:spPr>
            <a:xfrm>
              <a:off x="7689216" y="2815925"/>
              <a:ext cx="673500" cy="0"/>
            </a:xfrm>
            <a:prstGeom prst="straightConnector1">
              <a:avLst/>
            </a:prstGeom>
            <a:noFill/>
            <a:ln w="19050" cap="flat" cmpd="sng">
              <a:solidFill>
                <a:schemeClr val="dk1"/>
              </a:solidFill>
              <a:prstDash val="solid"/>
              <a:round/>
              <a:headEnd type="none" w="med" len="med"/>
              <a:tailEnd type="none" w="med" len="med"/>
            </a:ln>
          </p:spPr>
        </p:cxnSp>
        <p:cxnSp>
          <p:nvCxnSpPr>
            <p:cNvPr id="1776" name="Google Shape;1776;p52">
              <a:extLst>
                <a:ext uri="{FF2B5EF4-FFF2-40B4-BE49-F238E27FC236}">
                  <a16:creationId xmlns:a16="http://schemas.microsoft.com/office/drawing/2014/main" id="{3CABA458-9649-7360-7C0F-321700978F0B}"/>
                </a:ext>
              </a:extLst>
            </p:cNvPr>
            <p:cNvCxnSpPr/>
            <p:nvPr/>
          </p:nvCxnSpPr>
          <p:spPr>
            <a:xfrm>
              <a:off x="8454516" y="2815925"/>
              <a:ext cx="166800" cy="0"/>
            </a:xfrm>
            <a:prstGeom prst="straightConnector1">
              <a:avLst/>
            </a:prstGeom>
            <a:noFill/>
            <a:ln w="19050" cap="flat" cmpd="sng">
              <a:solidFill>
                <a:schemeClr val="dk1"/>
              </a:solidFill>
              <a:prstDash val="solid"/>
              <a:round/>
              <a:headEnd type="none" w="med" len="med"/>
              <a:tailEnd type="none" w="med" len="med"/>
            </a:ln>
          </p:spPr>
        </p:cxnSp>
      </p:grpSp>
      <p:grpSp>
        <p:nvGrpSpPr>
          <p:cNvPr id="1777" name="Google Shape;1777;p52">
            <a:extLst>
              <a:ext uri="{FF2B5EF4-FFF2-40B4-BE49-F238E27FC236}">
                <a16:creationId xmlns:a16="http://schemas.microsoft.com/office/drawing/2014/main" id="{5356170E-E367-CA44-72BC-324BB2D853F9}"/>
              </a:ext>
            </a:extLst>
          </p:cNvPr>
          <p:cNvGrpSpPr/>
          <p:nvPr/>
        </p:nvGrpSpPr>
        <p:grpSpPr>
          <a:xfrm>
            <a:off x="655725" y="2000651"/>
            <a:ext cx="1414522" cy="1745096"/>
            <a:chOff x="655725" y="2000651"/>
            <a:chExt cx="1414522" cy="1745096"/>
          </a:xfrm>
        </p:grpSpPr>
        <p:sp>
          <p:nvSpPr>
            <p:cNvPr id="1778" name="Google Shape;1778;p52">
              <a:extLst>
                <a:ext uri="{FF2B5EF4-FFF2-40B4-BE49-F238E27FC236}">
                  <a16:creationId xmlns:a16="http://schemas.microsoft.com/office/drawing/2014/main" id="{973F295E-B6B3-C88D-2C20-DBB542E99815}"/>
                </a:ext>
              </a:extLst>
            </p:cNvPr>
            <p:cNvSpPr/>
            <p:nvPr/>
          </p:nvSpPr>
          <p:spPr>
            <a:xfrm>
              <a:off x="655725" y="2358103"/>
              <a:ext cx="1414522" cy="1387644"/>
            </a:xfrm>
            <a:custGeom>
              <a:avLst/>
              <a:gdLst/>
              <a:ahLst/>
              <a:cxnLst/>
              <a:rect l="l" t="t" r="r" b="b"/>
              <a:pathLst>
                <a:path w="21472" h="21064" extrusionOk="0">
                  <a:moveTo>
                    <a:pt x="10743" y="1"/>
                  </a:moveTo>
                  <a:cubicBezTo>
                    <a:pt x="10386" y="1"/>
                    <a:pt x="10027" y="101"/>
                    <a:pt x="9709" y="301"/>
                  </a:cubicBezTo>
                  <a:lnTo>
                    <a:pt x="928" y="5773"/>
                  </a:lnTo>
                  <a:cubicBezTo>
                    <a:pt x="346" y="6137"/>
                    <a:pt x="1" y="6755"/>
                    <a:pt x="19" y="7428"/>
                  </a:cubicBezTo>
                  <a:lnTo>
                    <a:pt x="19" y="19118"/>
                  </a:lnTo>
                  <a:cubicBezTo>
                    <a:pt x="19" y="20191"/>
                    <a:pt x="873" y="21063"/>
                    <a:pt x="1964" y="21063"/>
                  </a:cubicBezTo>
                  <a:lnTo>
                    <a:pt x="19545" y="21063"/>
                  </a:lnTo>
                  <a:cubicBezTo>
                    <a:pt x="20617" y="21045"/>
                    <a:pt x="21472" y="20191"/>
                    <a:pt x="21472" y="19118"/>
                  </a:cubicBezTo>
                  <a:lnTo>
                    <a:pt x="21472" y="7428"/>
                  </a:lnTo>
                  <a:cubicBezTo>
                    <a:pt x="21472" y="6755"/>
                    <a:pt x="21126" y="6137"/>
                    <a:pt x="20563" y="5773"/>
                  </a:cubicBezTo>
                  <a:lnTo>
                    <a:pt x="11763" y="301"/>
                  </a:lnTo>
                  <a:cubicBezTo>
                    <a:pt x="11454" y="101"/>
                    <a:pt x="11100" y="1"/>
                    <a:pt x="10743"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2">
              <a:extLst>
                <a:ext uri="{FF2B5EF4-FFF2-40B4-BE49-F238E27FC236}">
                  <a16:creationId xmlns:a16="http://schemas.microsoft.com/office/drawing/2014/main" id="{64ED1550-D8D4-CAB0-8BC9-59C4551C20DC}"/>
                </a:ext>
              </a:extLst>
            </p:cNvPr>
            <p:cNvSpPr/>
            <p:nvPr/>
          </p:nvSpPr>
          <p:spPr>
            <a:xfrm>
              <a:off x="813831" y="2000651"/>
              <a:ext cx="1100747" cy="1212080"/>
            </a:xfrm>
            <a:custGeom>
              <a:avLst/>
              <a:gdLst/>
              <a:ahLst/>
              <a:cxnLst/>
              <a:rect l="l" t="t" r="r" b="b"/>
              <a:pathLst>
                <a:path w="16709" h="18399" extrusionOk="0">
                  <a:moveTo>
                    <a:pt x="0" y="0"/>
                  </a:moveTo>
                  <a:lnTo>
                    <a:pt x="0" y="12545"/>
                  </a:lnTo>
                  <a:lnTo>
                    <a:pt x="8345" y="18399"/>
                  </a:lnTo>
                  <a:lnTo>
                    <a:pt x="16708" y="12545"/>
                  </a:lnTo>
                  <a:lnTo>
                    <a:pt x="16708" y="0"/>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52">
              <a:extLst>
                <a:ext uri="{FF2B5EF4-FFF2-40B4-BE49-F238E27FC236}">
                  <a16:creationId xmlns:a16="http://schemas.microsoft.com/office/drawing/2014/main" id="{1A8AB181-C083-DA09-CE41-4E65313EFBE9}"/>
                </a:ext>
              </a:extLst>
            </p:cNvPr>
            <p:cNvSpPr/>
            <p:nvPr/>
          </p:nvSpPr>
          <p:spPr>
            <a:xfrm>
              <a:off x="764687" y="3206673"/>
              <a:ext cx="1230131" cy="440852"/>
            </a:xfrm>
            <a:custGeom>
              <a:avLst/>
              <a:gdLst/>
              <a:ahLst/>
              <a:cxnLst/>
              <a:rect l="l" t="t" r="r" b="b"/>
              <a:pathLst>
                <a:path w="18673" h="6692" extrusionOk="0">
                  <a:moveTo>
                    <a:pt x="9144" y="0"/>
                  </a:moveTo>
                  <a:cubicBezTo>
                    <a:pt x="8561" y="0"/>
                    <a:pt x="7979" y="164"/>
                    <a:pt x="7473" y="492"/>
                  </a:cubicBezTo>
                  <a:lnTo>
                    <a:pt x="1" y="6564"/>
                  </a:lnTo>
                  <a:lnTo>
                    <a:pt x="110" y="6691"/>
                  </a:lnTo>
                  <a:lnTo>
                    <a:pt x="7582" y="619"/>
                  </a:lnTo>
                  <a:cubicBezTo>
                    <a:pt x="8057" y="321"/>
                    <a:pt x="8598" y="171"/>
                    <a:pt x="9140" y="171"/>
                  </a:cubicBezTo>
                  <a:cubicBezTo>
                    <a:pt x="9657" y="171"/>
                    <a:pt x="10175" y="308"/>
                    <a:pt x="10637" y="583"/>
                  </a:cubicBezTo>
                  <a:lnTo>
                    <a:pt x="18563" y="6691"/>
                  </a:lnTo>
                  <a:lnTo>
                    <a:pt x="18672" y="6564"/>
                  </a:lnTo>
                  <a:lnTo>
                    <a:pt x="10728" y="437"/>
                  </a:lnTo>
                  <a:cubicBezTo>
                    <a:pt x="10242" y="146"/>
                    <a:pt x="9693" y="0"/>
                    <a:pt x="9144" y="0"/>
                  </a:cubicBez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52">
              <a:extLst>
                <a:ext uri="{FF2B5EF4-FFF2-40B4-BE49-F238E27FC236}">
                  <a16:creationId xmlns:a16="http://schemas.microsoft.com/office/drawing/2014/main" id="{770924F1-92C3-E16A-790B-D032328CF6E2}"/>
                </a:ext>
              </a:extLst>
            </p:cNvPr>
            <p:cNvSpPr/>
            <p:nvPr/>
          </p:nvSpPr>
          <p:spPr>
            <a:xfrm>
              <a:off x="1082085" y="2173119"/>
              <a:ext cx="564175" cy="10804"/>
            </a:xfrm>
            <a:custGeom>
              <a:avLst/>
              <a:gdLst/>
              <a:ahLst/>
              <a:cxnLst/>
              <a:rect l="l" t="t" r="r" b="b"/>
              <a:pathLst>
                <a:path w="8564" h="164" extrusionOk="0">
                  <a:moveTo>
                    <a:pt x="1" y="0"/>
                  </a:moveTo>
                  <a:lnTo>
                    <a:pt x="1" y="164"/>
                  </a:lnTo>
                  <a:lnTo>
                    <a:pt x="8564" y="164"/>
                  </a:lnTo>
                  <a:lnTo>
                    <a:pt x="85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2">
              <a:extLst>
                <a:ext uri="{FF2B5EF4-FFF2-40B4-BE49-F238E27FC236}">
                  <a16:creationId xmlns:a16="http://schemas.microsoft.com/office/drawing/2014/main" id="{1D4DA53B-0C4B-5DEB-520B-A8F07A150F31}"/>
                </a:ext>
              </a:extLst>
            </p:cNvPr>
            <p:cNvSpPr/>
            <p:nvPr/>
          </p:nvSpPr>
          <p:spPr>
            <a:xfrm>
              <a:off x="977933" y="2389856"/>
              <a:ext cx="771360" cy="12056"/>
            </a:xfrm>
            <a:custGeom>
              <a:avLst/>
              <a:gdLst/>
              <a:ahLst/>
              <a:cxnLst/>
              <a:rect l="l" t="t" r="r" b="b"/>
              <a:pathLst>
                <a:path w="11709" h="183" extrusionOk="0">
                  <a:moveTo>
                    <a:pt x="0" y="1"/>
                  </a:moveTo>
                  <a:lnTo>
                    <a:pt x="0" y="183"/>
                  </a:lnTo>
                  <a:lnTo>
                    <a:pt x="11708" y="183"/>
                  </a:lnTo>
                  <a:lnTo>
                    <a:pt x="11708"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2">
              <a:extLst>
                <a:ext uri="{FF2B5EF4-FFF2-40B4-BE49-F238E27FC236}">
                  <a16:creationId xmlns:a16="http://schemas.microsoft.com/office/drawing/2014/main" id="{2C878696-8114-7A4F-D24F-14CEE7025452}"/>
                </a:ext>
              </a:extLst>
            </p:cNvPr>
            <p:cNvSpPr/>
            <p:nvPr/>
          </p:nvSpPr>
          <p:spPr>
            <a:xfrm>
              <a:off x="977933" y="2551586"/>
              <a:ext cx="771360" cy="11990"/>
            </a:xfrm>
            <a:custGeom>
              <a:avLst/>
              <a:gdLst/>
              <a:ahLst/>
              <a:cxnLst/>
              <a:rect l="l" t="t" r="r" b="b"/>
              <a:pathLst>
                <a:path w="11709" h="182" extrusionOk="0">
                  <a:moveTo>
                    <a:pt x="0" y="0"/>
                  </a:moveTo>
                  <a:lnTo>
                    <a:pt x="0" y="182"/>
                  </a:lnTo>
                  <a:lnTo>
                    <a:pt x="11708" y="182"/>
                  </a:lnTo>
                  <a:lnTo>
                    <a:pt x="11708"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2">
              <a:extLst>
                <a:ext uri="{FF2B5EF4-FFF2-40B4-BE49-F238E27FC236}">
                  <a16:creationId xmlns:a16="http://schemas.microsoft.com/office/drawing/2014/main" id="{98B3EF96-FECE-7B41-5316-2E3198E7456C}"/>
                </a:ext>
              </a:extLst>
            </p:cNvPr>
            <p:cNvSpPr/>
            <p:nvPr/>
          </p:nvSpPr>
          <p:spPr>
            <a:xfrm>
              <a:off x="977933" y="2713250"/>
              <a:ext cx="771360" cy="12056"/>
            </a:xfrm>
            <a:custGeom>
              <a:avLst/>
              <a:gdLst/>
              <a:ahLst/>
              <a:cxnLst/>
              <a:rect l="l" t="t" r="r" b="b"/>
              <a:pathLst>
                <a:path w="11709" h="183" extrusionOk="0">
                  <a:moveTo>
                    <a:pt x="0" y="0"/>
                  </a:moveTo>
                  <a:lnTo>
                    <a:pt x="0" y="182"/>
                  </a:lnTo>
                  <a:lnTo>
                    <a:pt x="11708" y="182"/>
                  </a:lnTo>
                  <a:lnTo>
                    <a:pt x="11708"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2">
              <a:extLst>
                <a:ext uri="{FF2B5EF4-FFF2-40B4-BE49-F238E27FC236}">
                  <a16:creationId xmlns:a16="http://schemas.microsoft.com/office/drawing/2014/main" id="{92BC15B1-8415-979D-A775-22C7E1BC6EF7}"/>
                </a:ext>
              </a:extLst>
            </p:cNvPr>
            <p:cNvSpPr/>
            <p:nvPr/>
          </p:nvSpPr>
          <p:spPr>
            <a:xfrm>
              <a:off x="977933" y="2874913"/>
              <a:ext cx="771360" cy="10870"/>
            </a:xfrm>
            <a:custGeom>
              <a:avLst/>
              <a:gdLst/>
              <a:ahLst/>
              <a:cxnLst/>
              <a:rect l="l" t="t" r="r" b="b"/>
              <a:pathLst>
                <a:path w="11709" h="165" extrusionOk="0">
                  <a:moveTo>
                    <a:pt x="0" y="1"/>
                  </a:moveTo>
                  <a:lnTo>
                    <a:pt x="0" y="164"/>
                  </a:lnTo>
                  <a:lnTo>
                    <a:pt x="11708" y="164"/>
                  </a:lnTo>
                  <a:lnTo>
                    <a:pt x="11708"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2">
              <a:extLst>
                <a:ext uri="{FF2B5EF4-FFF2-40B4-BE49-F238E27FC236}">
                  <a16:creationId xmlns:a16="http://schemas.microsoft.com/office/drawing/2014/main" id="{5F57BD3C-CAA3-AB9A-0B61-282732707C04}"/>
                </a:ext>
              </a:extLst>
            </p:cNvPr>
            <p:cNvSpPr/>
            <p:nvPr/>
          </p:nvSpPr>
          <p:spPr>
            <a:xfrm>
              <a:off x="1134787" y="3036643"/>
              <a:ext cx="458771" cy="10804"/>
            </a:xfrm>
            <a:custGeom>
              <a:avLst/>
              <a:gdLst/>
              <a:ahLst/>
              <a:cxnLst/>
              <a:rect l="l" t="t" r="r" b="b"/>
              <a:pathLst>
                <a:path w="6964" h="164" extrusionOk="0">
                  <a:moveTo>
                    <a:pt x="1" y="0"/>
                  </a:moveTo>
                  <a:lnTo>
                    <a:pt x="1" y="164"/>
                  </a:lnTo>
                  <a:lnTo>
                    <a:pt x="6964" y="164"/>
                  </a:lnTo>
                  <a:lnTo>
                    <a:pt x="69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7" name="Google Shape;1787;p52">
            <a:extLst>
              <a:ext uri="{FF2B5EF4-FFF2-40B4-BE49-F238E27FC236}">
                <a16:creationId xmlns:a16="http://schemas.microsoft.com/office/drawing/2014/main" id="{629A9C5F-99DA-3D78-C098-013E0C32CA6C}"/>
              </a:ext>
            </a:extLst>
          </p:cNvPr>
          <p:cNvGrpSpPr/>
          <p:nvPr/>
        </p:nvGrpSpPr>
        <p:grpSpPr>
          <a:xfrm flipH="1">
            <a:off x="2625085" y="4316708"/>
            <a:ext cx="871623" cy="751268"/>
            <a:chOff x="1831350" y="1163925"/>
            <a:chExt cx="757670" cy="686842"/>
          </a:xfrm>
        </p:grpSpPr>
        <p:sp>
          <p:nvSpPr>
            <p:cNvPr id="1788" name="Google Shape;1788;p52">
              <a:extLst>
                <a:ext uri="{FF2B5EF4-FFF2-40B4-BE49-F238E27FC236}">
                  <a16:creationId xmlns:a16="http://schemas.microsoft.com/office/drawing/2014/main" id="{F093CCA6-36B8-4896-578A-3F920BB64F0C}"/>
                </a:ext>
              </a:extLst>
            </p:cNvPr>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52">
              <a:extLst>
                <a:ext uri="{FF2B5EF4-FFF2-40B4-BE49-F238E27FC236}">
                  <a16:creationId xmlns:a16="http://schemas.microsoft.com/office/drawing/2014/main" id="{2C172638-CB3D-5C5D-C5BA-64B443A99DAC}"/>
                </a:ext>
              </a:extLst>
            </p:cNvPr>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0" name="Google Shape;1790;p52">
            <a:extLst>
              <a:ext uri="{FF2B5EF4-FFF2-40B4-BE49-F238E27FC236}">
                <a16:creationId xmlns:a16="http://schemas.microsoft.com/office/drawing/2014/main" id="{C03C4FFF-47B9-76C6-2B35-E5CEFD6756AA}"/>
              </a:ext>
            </a:extLst>
          </p:cNvPr>
          <p:cNvGrpSpPr/>
          <p:nvPr/>
        </p:nvGrpSpPr>
        <p:grpSpPr>
          <a:xfrm flipH="1">
            <a:off x="7430469" y="538241"/>
            <a:ext cx="998071" cy="846226"/>
            <a:chOff x="499294" y="784229"/>
            <a:chExt cx="998071" cy="846226"/>
          </a:xfrm>
        </p:grpSpPr>
        <p:sp>
          <p:nvSpPr>
            <p:cNvPr id="1791" name="Google Shape;1791;p52">
              <a:extLst>
                <a:ext uri="{FF2B5EF4-FFF2-40B4-BE49-F238E27FC236}">
                  <a16:creationId xmlns:a16="http://schemas.microsoft.com/office/drawing/2014/main" id="{CA9B7578-72DD-3735-F08E-687AA6C42D68}"/>
                </a:ext>
              </a:extLst>
            </p:cNvPr>
            <p:cNvSpPr/>
            <p:nvPr/>
          </p:nvSpPr>
          <p:spPr>
            <a:xfrm rot="10800000">
              <a:off x="499294"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2">
              <a:extLst>
                <a:ext uri="{FF2B5EF4-FFF2-40B4-BE49-F238E27FC236}">
                  <a16:creationId xmlns:a16="http://schemas.microsoft.com/office/drawing/2014/main" id="{7DF89A3E-5FBD-E113-B303-7E5E5E7E76BE}"/>
                </a:ext>
              </a:extLst>
            </p:cNvPr>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2">
              <a:extLst>
                <a:ext uri="{FF2B5EF4-FFF2-40B4-BE49-F238E27FC236}">
                  <a16:creationId xmlns:a16="http://schemas.microsoft.com/office/drawing/2014/main" id="{7D8E23E9-2547-ACBF-DC58-7844D2027FC2}"/>
                </a:ext>
              </a:extLst>
            </p:cNvPr>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2">
              <a:extLst>
                <a:ext uri="{FF2B5EF4-FFF2-40B4-BE49-F238E27FC236}">
                  <a16:creationId xmlns:a16="http://schemas.microsoft.com/office/drawing/2014/main" id="{6BA7BA0C-B8E9-6D22-0433-267A4A63870A}"/>
                </a:ext>
              </a:extLst>
            </p:cNvPr>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2">
              <a:extLst>
                <a:ext uri="{FF2B5EF4-FFF2-40B4-BE49-F238E27FC236}">
                  <a16:creationId xmlns:a16="http://schemas.microsoft.com/office/drawing/2014/main" id="{735E4980-A496-6AC9-78B2-CCE391FDC5BA}"/>
                </a:ext>
              </a:extLst>
            </p:cNvPr>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2">
              <a:extLst>
                <a:ext uri="{FF2B5EF4-FFF2-40B4-BE49-F238E27FC236}">
                  <a16:creationId xmlns:a16="http://schemas.microsoft.com/office/drawing/2014/main" id="{887D333A-4DD8-EBE1-170A-4736E5C5787B}"/>
                </a:ext>
              </a:extLst>
            </p:cNvPr>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2">
              <a:extLst>
                <a:ext uri="{FF2B5EF4-FFF2-40B4-BE49-F238E27FC236}">
                  <a16:creationId xmlns:a16="http://schemas.microsoft.com/office/drawing/2014/main" id="{34E7F6E6-83A8-A639-FC43-CD18F3F2DE09}"/>
                </a:ext>
              </a:extLst>
            </p:cNvPr>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964864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1">
          <a:extLst>
            <a:ext uri="{FF2B5EF4-FFF2-40B4-BE49-F238E27FC236}">
              <a16:creationId xmlns:a16="http://schemas.microsoft.com/office/drawing/2014/main" id="{8A3BC36F-12B5-1C51-86BC-622CA8F10E46}"/>
            </a:ext>
          </a:extLst>
        </p:cNvPr>
        <p:cNvGrpSpPr/>
        <p:nvPr/>
      </p:nvGrpSpPr>
      <p:grpSpPr>
        <a:xfrm>
          <a:off x="0" y="0"/>
          <a:ext cx="0" cy="0"/>
          <a:chOff x="0" y="0"/>
          <a:chExt cx="0" cy="0"/>
        </a:xfrm>
      </p:grpSpPr>
      <p:sp>
        <p:nvSpPr>
          <p:cNvPr id="1762" name="Google Shape;1762;p52">
            <a:extLst>
              <a:ext uri="{FF2B5EF4-FFF2-40B4-BE49-F238E27FC236}">
                <a16:creationId xmlns:a16="http://schemas.microsoft.com/office/drawing/2014/main" id="{4852137F-22DD-9B11-1FE1-7BBFA36919A6}"/>
              </a:ext>
            </a:extLst>
          </p:cNvPr>
          <p:cNvSpPr/>
          <p:nvPr/>
        </p:nvSpPr>
        <p:spPr>
          <a:xfrm>
            <a:off x="1815600" y="431125"/>
            <a:ext cx="55128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52">
            <a:extLst>
              <a:ext uri="{FF2B5EF4-FFF2-40B4-BE49-F238E27FC236}">
                <a16:creationId xmlns:a16="http://schemas.microsoft.com/office/drawing/2014/main" id="{1DCFF3BF-11A4-0731-2D8B-7C9EDEE2F518}"/>
              </a:ext>
            </a:extLst>
          </p:cNvPr>
          <p:cNvSpPr txBox="1">
            <a:spLocks noGrp="1"/>
          </p:cNvSpPr>
          <p:nvPr>
            <p:ph type="body" idx="1"/>
          </p:nvPr>
        </p:nvSpPr>
        <p:spPr>
          <a:xfrm>
            <a:off x="2475150" y="1500716"/>
            <a:ext cx="4193700" cy="2526300"/>
          </a:xfrm>
          <a:prstGeom prst="rect">
            <a:avLst/>
          </a:prstGeom>
        </p:spPr>
        <p:txBody>
          <a:bodyPr spcFirstLastPara="1" wrap="square" lIns="91425" tIns="91425" rIns="91425" bIns="91425" anchor="t" anchorCtr="0">
            <a:noAutofit/>
          </a:bodyPr>
          <a:lstStyle/>
          <a:p>
            <a:r>
              <a:rPr lang="en-GB" sz="1200" dirty="0"/>
              <a:t>Liam: Good to know. Now I’m even more excited.</a:t>
            </a:r>
            <a:endParaRPr lang="en-ID" sz="1200" dirty="0"/>
          </a:p>
          <a:p>
            <a:r>
              <a:rPr lang="en-GB" sz="1200" dirty="0"/>
              <a:t>Maya: You should be! Indonesia has amazing nature, culture, and food.</a:t>
            </a:r>
            <a:endParaRPr lang="en-ID" sz="1200" dirty="0"/>
          </a:p>
          <a:p>
            <a:r>
              <a:rPr lang="en-GB" sz="1200" dirty="0"/>
              <a:t>Liam: Thanks for the tips, Maya. I’ll send you photos when I get there.</a:t>
            </a:r>
            <a:endParaRPr lang="en-ID" sz="1200" dirty="0"/>
          </a:p>
          <a:p>
            <a:r>
              <a:rPr lang="en-GB" sz="1200" dirty="0"/>
              <a:t>Maya: Please do! And enjoy your trip!</a:t>
            </a:r>
            <a:endParaRPr lang="en-ID" sz="1200" dirty="0"/>
          </a:p>
        </p:txBody>
      </p:sp>
      <p:sp>
        <p:nvSpPr>
          <p:cNvPr id="1764" name="Google Shape;1764;p52">
            <a:extLst>
              <a:ext uri="{FF2B5EF4-FFF2-40B4-BE49-F238E27FC236}">
                <a16:creationId xmlns:a16="http://schemas.microsoft.com/office/drawing/2014/main" id="{A5DA6DA1-FB45-C409-057A-AC956DA9F2B6}"/>
              </a:ext>
            </a:extLst>
          </p:cNvPr>
          <p:cNvSpPr txBox="1">
            <a:spLocks noGrp="1"/>
          </p:cNvSpPr>
          <p:nvPr>
            <p:ph type="title"/>
          </p:nvPr>
        </p:nvSpPr>
        <p:spPr>
          <a:xfrm>
            <a:off x="715550" y="538250"/>
            <a:ext cx="7713000" cy="4794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Clr>
                <a:schemeClr val="dk1"/>
              </a:buClr>
              <a:buSzPts val="1100"/>
              <a:buFont typeface="Arial"/>
              <a:buNone/>
            </a:pPr>
            <a:r>
              <a:rPr lang="en" dirty="0"/>
              <a:t>Dialog</a:t>
            </a:r>
            <a:endParaRPr dirty="0"/>
          </a:p>
        </p:txBody>
      </p:sp>
      <p:grpSp>
        <p:nvGrpSpPr>
          <p:cNvPr id="1765" name="Google Shape;1765;p52">
            <a:extLst>
              <a:ext uri="{FF2B5EF4-FFF2-40B4-BE49-F238E27FC236}">
                <a16:creationId xmlns:a16="http://schemas.microsoft.com/office/drawing/2014/main" id="{B4F7360A-DE1E-06C8-64DC-2814F03479AF}"/>
              </a:ext>
            </a:extLst>
          </p:cNvPr>
          <p:cNvGrpSpPr/>
          <p:nvPr/>
        </p:nvGrpSpPr>
        <p:grpSpPr>
          <a:xfrm>
            <a:off x="7073760" y="2227558"/>
            <a:ext cx="1414512" cy="1518189"/>
            <a:chOff x="7448010" y="1638121"/>
            <a:chExt cx="1414512" cy="1518189"/>
          </a:xfrm>
        </p:grpSpPr>
        <p:grpSp>
          <p:nvGrpSpPr>
            <p:cNvPr id="1766" name="Google Shape;1766;p52">
              <a:extLst>
                <a:ext uri="{FF2B5EF4-FFF2-40B4-BE49-F238E27FC236}">
                  <a16:creationId xmlns:a16="http://schemas.microsoft.com/office/drawing/2014/main" id="{E9AE7A92-3000-A6A8-CBD5-95318E45BCBB}"/>
                </a:ext>
              </a:extLst>
            </p:cNvPr>
            <p:cNvGrpSpPr/>
            <p:nvPr/>
          </p:nvGrpSpPr>
          <p:grpSpPr>
            <a:xfrm>
              <a:off x="7448010" y="1638121"/>
              <a:ext cx="1414512" cy="1518189"/>
              <a:chOff x="6879750" y="3096400"/>
              <a:chExt cx="1584000" cy="1700100"/>
            </a:xfrm>
          </p:grpSpPr>
          <p:sp>
            <p:nvSpPr>
              <p:cNvPr id="1767" name="Google Shape;1767;p52">
                <a:extLst>
                  <a:ext uri="{FF2B5EF4-FFF2-40B4-BE49-F238E27FC236}">
                    <a16:creationId xmlns:a16="http://schemas.microsoft.com/office/drawing/2014/main" id="{489D7A2E-52D2-2714-CA02-4EF8558BFD14}"/>
                  </a:ext>
                </a:extLst>
              </p:cNvPr>
              <p:cNvSpPr/>
              <p:nvPr/>
            </p:nvSpPr>
            <p:spPr>
              <a:xfrm>
                <a:off x="6879750" y="3096400"/>
                <a:ext cx="1584000" cy="1700100"/>
              </a:xfrm>
              <a:prstGeom prst="roundRect">
                <a:avLst>
                  <a:gd name="adj" fmla="val 3791"/>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2">
                <a:extLst>
                  <a:ext uri="{FF2B5EF4-FFF2-40B4-BE49-F238E27FC236}">
                    <a16:creationId xmlns:a16="http://schemas.microsoft.com/office/drawing/2014/main" id="{0A472ADF-BA49-47DB-5B5C-5B8390FA96CD}"/>
                  </a:ext>
                </a:extLst>
              </p:cNvPr>
              <p:cNvSpPr/>
              <p:nvPr/>
            </p:nvSpPr>
            <p:spPr>
              <a:xfrm>
                <a:off x="6958650" y="3335758"/>
                <a:ext cx="1426200" cy="1379700"/>
              </a:xfrm>
              <a:prstGeom prst="roundRect">
                <a:avLst>
                  <a:gd name="adj" fmla="val 3495"/>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2">
                <a:extLst>
                  <a:ext uri="{FF2B5EF4-FFF2-40B4-BE49-F238E27FC236}">
                    <a16:creationId xmlns:a16="http://schemas.microsoft.com/office/drawing/2014/main" id="{CF499E77-9B6E-22D8-9E6C-5E27929498E3}"/>
                  </a:ext>
                </a:extLst>
              </p:cNvPr>
              <p:cNvSpPr/>
              <p:nvPr/>
            </p:nvSpPr>
            <p:spPr>
              <a:xfrm>
                <a:off x="6958650" y="3175425"/>
                <a:ext cx="81300" cy="813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2">
                <a:extLst>
                  <a:ext uri="{FF2B5EF4-FFF2-40B4-BE49-F238E27FC236}">
                    <a16:creationId xmlns:a16="http://schemas.microsoft.com/office/drawing/2014/main" id="{0C45229B-B58F-DBCB-15BC-9D78964106A6}"/>
                  </a:ext>
                </a:extLst>
              </p:cNvPr>
              <p:cNvSpPr/>
              <p:nvPr/>
            </p:nvSpPr>
            <p:spPr>
              <a:xfrm>
                <a:off x="7151075" y="3175425"/>
                <a:ext cx="81300" cy="81300"/>
              </a:xfrm>
              <a:prstGeom prst="ellipse">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2">
                <a:extLst>
                  <a:ext uri="{FF2B5EF4-FFF2-40B4-BE49-F238E27FC236}">
                    <a16:creationId xmlns:a16="http://schemas.microsoft.com/office/drawing/2014/main" id="{A8A91F9B-F538-B261-9B71-F0B2846D88DD}"/>
                  </a:ext>
                </a:extLst>
              </p:cNvPr>
              <p:cNvSpPr/>
              <p:nvPr/>
            </p:nvSpPr>
            <p:spPr>
              <a:xfrm>
                <a:off x="7343500" y="3175425"/>
                <a:ext cx="81300" cy="81300"/>
              </a:xfrm>
              <a:prstGeom prst="ellipse">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772" name="Google Shape;1772;p52">
              <a:extLst>
                <a:ext uri="{FF2B5EF4-FFF2-40B4-BE49-F238E27FC236}">
                  <a16:creationId xmlns:a16="http://schemas.microsoft.com/office/drawing/2014/main" id="{F3582377-53A4-FC6A-0A4C-734319284D34}"/>
                </a:ext>
              </a:extLst>
            </p:cNvPr>
            <p:cNvCxnSpPr/>
            <p:nvPr/>
          </p:nvCxnSpPr>
          <p:spPr>
            <a:xfrm>
              <a:off x="7689216" y="2131225"/>
              <a:ext cx="932100" cy="0"/>
            </a:xfrm>
            <a:prstGeom prst="straightConnector1">
              <a:avLst/>
            </a:prstGeom>
            <a:noFill/>
            <a:ln w="19050" cap="flat" cmpd="sng">
              <a:solidFill>
                <a:schemeClr val="dk1"/>
              </a:solidFill>
              <a:prstDash val="solid"/>
              <a:round/>
              <a:headEnd type="none" w="med" len="med"/>
              <a:tailEnd type="none" w="med" len="med"/>
            </a:ln>
          </p:spPr>
        </p:cxnSp>
        <p:cxnSp>
          <p:nvCxnSpPr>
            <p:cNvPr id="1773" name="Google Shape;1773;p52">
              <a:extLst>
                <a:ext uri="{FF2B5EF4-FFF2-40B4-BE49-F238E27FC236}">
                  <a16:creationId xmlns:a16="http://schemas.microsoft.com/office/drawing/2014/main" id="{2B93C159-3FD1-7261-E36F-E4396A109248}"/>
                </a:ext>
              </a:extLst>
            </p:cNvPr>
            <p:cNvCxnSpPr/>
            <p:nvPr/>
          </p:nvCxnSpPr>
          <p:spPr>
            <a:xfrm>
              <a:off x="7689216" y="2359458"/>
              <a:ext cx="932100" cy="0"/>
            </a:xfrm>
            <a:prstGeom prst="straightConnector1">
              <a:avLst/>
            </a:prstGeom>
            <a:noFill/>
            <a:ln w="19050" cap="flat" cmpd="sng">
              <a:solidFill>
                <a:schemeClr val="dk1"/>
              </a:solidFill>
              <a:prstDash val="solid"/>
              <a:round/>
              <a:headEnd type="none" w="med" len="med"/>
              <a:tailEnd type="none" w="med" len="med"/>
            </a:ln>
          </p:spPr>
        </p:cxnSp>
        <p:cxnSp>
          <p:nvCxnSpPr>
            <p:cNvPr id="1774" name="Google Shape;1774;p52">
              <a:extLst>
                <a:ext uri="{FF2B5EF4-FFF2-40B4-BE49-F238E27FC236}">
                  <a16:creationId xmlns:a16="http://schemas.microsoft.com/office/drawing/2014/main" id="{3A194AE7-AD60-9023-CECD-C1E1B15FA165}"/>
                </a:ext>
              </a:extLst>
            </p:cNvPr>
            <p:cNvCxnSpPr/>
            <p:nvPr/>
          </p:nvCxnSpPr>
          <p:spPr>
            <a:xfrm>
              <a:off x="7689216" y="2587692"/>
              <a:ext cx="932100" cy="0"/>
            </a:xfrm>
            <a:prstGeom prst="straightConnector1">
              <a:avLst/>
            </a:prstGeom>
            <a:noFill/>
            <a:ln w="19050" cap="flat" cmpd="sng">
              <a:solidFill>
                <a:schemeClr val="dk1"/>
              </a:solidFill>
              <a:prstDash val="solid"/>
              <a:round/>
              <a:headEnd type="none" w="med" len="med"/>
              <a:tailEnd type="none" w="med" len="med"/>
            </a:ln>
          </p:spPr>
        </p:cxnSp>
        <p:cxnSp>
          <p:nvCxnSpPr>
            <p:cNvPr id="1775" name="Google Shape;1775;p52">
              <a:extLst>
                <a:ext uri="{FF2B5EF4-FFF2-40B4-BE49-F238E27FC236}">
                  <a16:creationId xmlns:a16="http://schemas.microsoft.com/office/drawing/2014/main" id="{B1A88AF2-07F4-313F-D6C4-06F912168158}"/>
                </a:ext>
              </a:extLst>
            </p:cNvPr>
            <p:cNvCxnSpPr/>
            <p:nvPr/>
          </p:nvCxnSpPr>
          <p:spPr>
            <a:xfrm>
              <a:off x="7689216" y="2815925"/>
              <a:ext cx="673500" cy="0"/>
            </a:xfrm>
            <a:prstGeom prst="straightConnector1">
              <a:avLst/>
            </a:prstGeom>
            <a:noFill/>
            <a:ln w="19050" cap="flat" cmpd="sng">
              <a:solidFill>
                <a:schemeClr val="dk1"/>
              </a:solidFill>
              <a:prstDash val="solid"/>
              <a:round/>
              <a:headEnd type="none" w="med" len="med"/>
              <a:tailEnd type="none" w="med" len="med"/>
            </a:ln>
          </p:spPr>
        </p:cxnSp>
        <p:cxnSp>
          <p:nvCxnSpPr>
            <p:cNvPr id="1776" name="Google Shape;1776;p52">
              <a:extLst>
                <a:ext uri="{FF2B5EF4-FFF2-40B4-BE49-F238E27FC236}">
                  <a16:creationId xmlns:a16="http://schemas.microsoft.com/office/drawing/2014/main" id="{6EF26846-223A-C3D7-57BD-5B8CFDC0947E}"/>
                </a:ext>
              </a:extLst>
            </p:cNvPr>
            <p:cNvCxnSpPr/>
            <p:nvPr/>
          </p:nvCxnSpPr>
          <p:spPr>
            <a:xfrm>
              <a:off x="8454516" y="2815925"/>
              <a:ext cx="166800" cy="0"/>
            </a:xfrm>
            <a:prstGeom prst="straightConnector1">
              <a:avLst/>
            </a:prstGeom>
            <a:noFill/>
            <a:ln w="19050" cap="flat" cmpd="sng">
              <a:solidFill>
                <a:schemeClr val="dk1"/>
              </a:solidFill>
              <a:prstDash val="solid"/>
              <a:round/>
              <a:headEnd type="none" w="med" len="med"/>
              <a:tailEnd type="none" w="med" len="med"/>
            </a:ln>
          </p:spPr>
        </p:cxnSp>
      </p:grpSp>
      <p:grpSp>
        <p:nvGrpSpPr>
          <p:cNvPr id="1777" name="Google Shape;1777;p52">
            <a:extLst>
              <a:ext uri="{FF2B5EF4-FFF2-40B4-BE49-F238E27FC236}">
                <a16:creationId xmlns:a16="http://schemas.microsoft.com/office/drawing/2014/main" id="{6AF729BF-1184-5952-1FC4-7B7B9808CC0D}"/>
              </a:ext>
            </a:extLst>
          </p:cNvPr>
          <p:cNvGrpSpPr/>
          <p:nvPr/>
        </p:nvGrpSpPr>
        <p:grpSpPr>
          <a:xfrm>
            <a:off x="655725" y="2000651"/>
            <a:ext cx="1414522" cy="1745096"/>
            <a:chOff x="655725" y="2000651"/>
            <a:chExt cx="1414522" cy="1745096"/>
          </a:xfrm>
        </p:grpSpPr>
        <p:sp>
          <p:nvSpPr>
            <p:cNvPr id="1778" name="Google Shape;1778;p52">
              <a:extLst>
                <a:ext uri="{FF2B5EF4-FFF2-40B4-BE49-F238E27FC236}">
                  <a16:creationId xmlns:a16="http://schemas.microsoft.com/office/drawing/2014/main" id="{6F03D659-1E4C-DE54-36D1-56C40DC27A4C}"/>
                </a:ext>
              </a:extLst>
            </p:cNvPr>
            <p:cNvSpPr/>
            <p:nvPr/>
          </p:nvSpPr>
          <p:spPr>
            <a:xfrm>
              <a:off x="655725" y="2358103"/>
              <a:ext cx="1414522" cy="1387644"/>
            </a:xfrm>
            <a:custGeom>
              <a:avLst/>
              <a:gdLst/>
              <a:ahLst/>
              <a:cxnLst/>
              <a:rect l="l" t="t" r="r" b="b"/>
              <a:pathLst>
                <a:path w="21472" h="21064" extrusionOk="0">
                  <a:moveTo>
                    <a:pt x="10743" y="1"/>
                  </a:moveTo>
                  <a:cubicBezTo>
                    <a:pt x="10386" y="1"/>
                    <a:pt x="10027" y="101"/>
                    <a:pt x="9709" y="301"/>
                  </a:cubicBezTo>
                  <a:lnTo>
                    <a:pt x="928" y="5773"/>
                  </a:lnTo>
                  <a:cubicBezTo>
                    <a:pt x="346" y="6137"/>
                    <a:pt x="1" y="6755"/>
                    <a:pt x="19" y="7428"/>
                  </a:cubicBezTo>
                  <a:lnTo>
                    <a:pt x="19" y="19118"/>
                  </a:lnTo>
                  <a:cubicBezTo>
                    <a:pt x="19" y="20191"/>
                    <a:pt x="873" y="21063"/>
                    <a:pt x="1964" y="21063"/>
                  </a:cubicBezTo>
                  <a:lnTo>
                    <a:pt x="19545" y="21063"/>
                  </a:lnTo>
                  <a:cubicBezTo>
                    <a:pt x="20617" y="21045"/>
                    <a:pt x="21472" y="20191"/>
                    <a:pt x="21472" y="19118"/>
                  </a:cubicBezTo>
                  <a:lnTo>
                    <a:pt x="21472" y="7428"/>
                  </a:lnTo>
                  <a:cubicBezTo>
                    <a:pt x="21472" y="6755"/>
                    <a:pt x="21126" y="6137"/>
                    <a:pt x="20563" y="5773"/>
                  </a:cubicBezTo>
                  <a:lnTo>
                    <a:pt x="11763" y="301"/>
                  </a:lnTo>
                  <a:cubicBezTo>
                    <a:pt x="11454" y="101"/>
                    <a:pt x="11100" y="1"/>
                    <a:pt x="10743"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52">
              <a:extLst>
                <a:ext uri="{FF2B5EF4-FFF2-40B4-BE49-F238E27FC236}">
                  <a16:creationId xmlns:a16="http://schemas.microsoft.com/office/drawing/2014/main" id="{1C944C07-B829-3540-F911-7358090BECA8}"/>
                </a:ext>
              </a:extLst>
            </p:cNvPr>
            <p:cNvSpPr/>
            <p:nvPr/>
          </p:nvSpPr>
          <p:spPr>
            <a:xfrm>
              <a:off x="813831" y="2000651"/>
              <a:ext cx="1100747" cy="1212080"/>
            </a:xfrm>
            <a:custGeom>
              <a:avLst/>
              <a:gdLst/>
              <a:ahLst/>
              <a:cxnLst/>
              <a:rect l="l" t="t" r="r" b="b"/>
              <a:pathLst>
                <a:path w="16709" h="18399" extrusionOk="0">
                  <a:moveTo>
                    <a:pt x="0" y="0"/>
                  </a:moveTo>
                  <a:lnTo>
                    <a:pt x="0" y="12545"/>
                  </a:lnTo>
                  <a:lnTo>
                    <a:pt x="8345" y="18399"/>
                  </a:lnTo>
                  <a:lnTo>
                    <a:pt x="16708" y="12545"/>
                  </a:lnTo>
                  <a:lnTo>
                    <a:pt x="16708" y="0"/>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52">
              <a:extLst>
                <a:ext uri="{FF2B5EF4-FFF2-40B4-BE49-F238E27FC236}">
                  <a16:creationId xmlns:a16="http://schemas.microsoft.com/office/drawing/2014/main" id="{267ED4A7-7C20-C0DF-D7DF-98BA2DC5B7EC}"/>
                </a:ext>
              </a:extLst>
            </p:cNvPr>
            <p:cNvSpPr/>
            <p:nvPr/>
          </p:nvSpPr>
          <p:spPr>
            <a:xfrm>
              <a:off x="764687" y="3206673"/>
              <a:ext cx="1230131" cy="440852"/>
            </a:xfrm>
            <a:custGeom>
              <a:avLst/>
              <a:gdLst/>
              <a:ahLst/>
              <a:cxnLst/>
              <a:rect l="l" t="t" r="r" b="b"/>
              <a:pathLst>
                <a:path w="18673" h="6692" extrusionOk="0">
                  <a:moveTo>
                    <a:pt x="9144" y="0"/>
                  </a:moveTo>
                  <a:cubicBezTo>
                    <a:pt x="8561" y="0"/>
                    <a:pt x="7979" y="164"/>
                    <a:pt x="7473" y="492"/>
                  </a:cubicBezTo>
                  <a:lnTo>
                    <a:pt x="1" y="6564"/>
                  </a:lnTo>
                  <a:lnTo>
                    <a:pt x="110" y="6691"/>
                  </a:lnTo>
                  <a:lnTo>
                    <a:pt x="7582" y="619"/>
                  </a:lnTo>
                  <a:cubicBezTo>
                    <a:pt x="8057" y="321"/>
                    <a:pt x="8598" y="171"/>
                    <a:pt x="9140" y="171"/>
                  </a:cubicBezTo>
                  <a:cubicBezTo>
                    <a:pt x="9657" y="171"/>
                    <a:pt x="10175" y="308"/>
                    <a:pt x="10637" y="583"/>
                  </a:cubicBezTo>
                  <a:lnTo>
                    <a:pt x="18563" y="6691"/>
                  </a:lnTo>
                  <a:lnTo>
                    <a:pt x="18672" y="6564"/>
                  </a:lnTo>
                  <a:lnTo>
                    <a:pt x="10728" y="437"/>
                  </a:lnTo>
                  <a:cubicBezTo>
                    <a:pt x="10242" y="146"/>
                    <a:pt x="9693" y="0"/>
                    <a:pt x="9144" y="0"/>
                  </a:cubicBez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52">
              <a:extLst>
                <a:ext uri="{FF2B5EF4-FFF2-40B4-BE49-F238E27FC236}">
                  <a16:creationId xmlns:a16="http://schemas.microsoft.com/office/drawing/2014/main" id="{BE3528FC-F821-3535-F022-AAECC2FC660B}"/>
                </a:ext>
              </a:extLst>
            </p:cNvPr>
            <p:cNvSpPr/>
            <p:nvPr/>
          </p:nvSpPr>
          <p:spPr>
            <a:xfrm>
              <a:off x="1082085" y="2173119"/>
              <a:ext cx="564175" cy="10804"/>
            </a:xfrm>
            <a:custGeom>
              <a:avLst/>
              <a:gdLst/>
              <a:ahLst/>
              <a:cxnLst/>
              <a:rect l="l" t="t" r="r" b="b"/>
              <a:pathLst>
                <a:path w="8564" h="164" extrusionOk="0">
                  <a:moveTo>
                    <a:pt x="1" y="0"/>
                  </a:moveTo>
                  <a:lnTo>
                    <a:pt x="1" y="164"/>
                  </a:lnTo>
                  <a:lnTo>
                    <a:pt x="8564" y="164"/>
                  </a:lnTo>
                  <a:lnTo>
                    <a:pt x="85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52">
              <a:extLst>
                <a:ext uri="{FF2B5EF4-FFF2-40B4-BE49-F238E27FC236}">
                  <a16:creationId xmlns:a16="http://schemas.microsoft.com/office/drawing/2014/main" id="{545BE701-C5DB-8A54-1FD7-13F77DA4C1ED}"/>
                </a:ext>
              </a:extLst>
            </p:cNvPr>
            <p:cNvSpPr/>
            <p:nvPr/>
          </p:nvSpPr>
          <p:spPr>
            <a:xfrm>
              <a:off x="977933" y="2389856"/>
              <a:ext cx="771360" cy="12056"/>
            </a:xfrm>
            <a:custGeom>
              <a:avLst/>
              <a:gdLst/>
              <a:ahLst/>
              <a:cxnLst/>
              <a:rect l="l" t="t" r="r" b="b"/>
              <a:pathLst>
                <a:path w="11709" h="183" extrusionOk="0">
                  <a:moveTo>
                    <a:pt x="0" y="1"/>
                  </a:moveTo>
                  <a:lnTo>
                    <a:pt x="0" y="183"/>
                  </a:lnTo>
                  <a:lnTo>
                    <a:pt x="11708" y="183"/>
                  </a:lnTo>
                  <a:lnTo>
                    <a:pt x="11708"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52">
              <a:extLst>
                <a:ext uri="{FF2B5EF4-FFF2-40B4-BE49-F238E27FC236}">
                  <a16:creationId xmlns:a16="http://schemas.microsoft.com/office/drawing/2014/main" id="{B972584C-588C-7205-25B0-9DEE596DB00A}"/>
                </a:ext>
              </a:extLst>
            </p:cNvPr>
            <p:cNvSpPr/>
            <p:nvPr/>
          </p:nvSpPr>
          <p:spPr>
            <a:xfrm>
              <a:off x="977933" y="2551586"/>
              <a:ext cx="771360" cy="11990"/>
            </a:xfrm>
            <a:custGeom>
              <a:avLst/>
              <a:gdLst/>
              <a:ahLst/>
              <a:cxnLst/>
              <a:rect l="l" t="t" r="r" b="b"/>
              <a:pathLst>
                <a:path w="11709" h="182" extrusionOk="0">
                  <a:moveTo>
                    <a:pt x="0" y="0"/>
                  </a:moveTo>
                  <a:lnTo>
                    <a:pt x="0" y="182"/>
                  </a:lnTo>
                  <a:lnTo>
                    <a:pt x="11708" y="182"/>
                  </a:lnTo>
                  <a:lnTo>
                    <a:pt x="11708"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52">
              <a:extLst>
                <a:ext uri="{FF2B5EF4-FFF2-40B4-BE49-F238E27FC236}">
                  <a16:creationId xmlns:a16="http://schemas.microsoft.com/office/drawing/2014/main" id="{51271A10-9787-05C9-4EAD-19CC2E2ABD04}"/>
                </a:ext>
              </a:extLst>
            </p:cNvPr>
            <p:cNvSpPr/>
            <p:nvPr/>
          </p:nvSpPr>
          <p:spPr>
            <a:xfrm>
              <a:off x="977933" y="2713250"/>
              <a:ext cx="771360" cy="12056"/>
            </a:xfrm>
            <a:custGeom>
              <a:avLst/>
              <a:gdLst/>
              <a:ahLst/>
              <a:cxnLst/>
              <a:rect l="l" t="t" r="r" b="b"/>
              <a:pathLst>
                <a:path w="11709" h="183" extrusionOk="0">
                  <a:moveTo>
                    <a:pt x="0" y="0"/>
                  </a:moveTo>
                  <a:lnTo>
                    <a:pt x="0" y="182"/>
                  </a:lnTo>
                  <a:lnTo>
                    <a:pt x="11708" y="182"/>
                  </a:lnTo>
                  <a:lnTo>
                    <a:pt x="11708"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52">
              <a:extLst>
                <a:ext uri="{FF2B5EF4-FFF2-40B4-BE49-F238E27FC236}">
                  <a16:creationId xmlns:a16="http://schemas.microsoft.com/office/drawing/2014/main" id="{85EA7A58-C2D1-A366-FD1B-69F322B4AD57}"/>
                </a:ext>
              </a:extLst>
            </p:cNvPr>
            <p:cNvSpPr/>
            <p:nvPr/>
          </p:nvSpPr>
          <p:spPr>
            <a:xfrm>
              <a:off x="977933" y="2874913"/>
              <a:ext cx="771360" cy="10870"/>
            </a:xfrm>
            <a:custGeom>
              <a:avLst/>
              <a:gdLst/>
              <a:ahLst/>
              <a:cxnLst/>
              <a:rect l="l" t="t" r="r" b="b"/>
              <a:pathLst>
                <a:path w="11709" h="165" extrusionOk="0">
                  <a:moveTo>
                    <a:pt x="0" y="1"/>
                  </a:moveTo>
                  <a:lnTo>
                    <a:pt x="0" y="164"/>
                  </a:lnTo>
                  <a:lnTo>
                    <a:pt x="11708" y="164"/>
                  </a:lnTo>
                  <a:lnTo>
                    <a:pt x="11708"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52">
              <a:extLst>
                <a:ext uri="{FF2B5EF4-FFF2-40B4-BE49-F238E27FC236}">
                  <a16:creationId xmlns:a16="http://schemas.microsoft.com/office/drawing/2014/main" id="{B239052C-F36D-1563-B625-9CCAEC077C8A}"/>
                </a:ext>
              </a:extLst>
            </p:cNvPr>
            <p:cNvSpPr/>
            <p:nvPr/>
          </p:nvSpPr>
          <p:spPr>
            <a:xfrm>
              <a:off x="1134787" y="3036643"/>
              <a:ext cx="458771" cy="10804"/>
            </a:xfrm>
            <a:custGeom>
              <a:avLst/>
              <a:gdLst/>
              <a:ahLst/>
              <a:cxnLst/>
              <a:rect l="l" t="t" r="r" b="b"/>
              <a:pathLst>
                <a:path w="6964" h="164" extrusionOk="0">
                  <a:moveTo>
                    <a:pt x="1" y="0"/>
                  </a:moveTo>
                  <a:lnTo>
                    <a:pt x="1" y="164"/>
                  </a:lnTo>
                  <a:lnTo>
                    <a:pt x="6964" y="164"/>
                  </a:lnTo>
                  <a:lnTo>
                    <a:pt x="69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7" name="Google Shape;1787;p52">
            <a:extLst>
              <a:ext uri="{FF2B5EF4-FFF2-40B4-BE49-F238E27FC236}">
                <a16:creationId xmlns:a16="http://schemas.microsoft.com/office/drawing/2014/main" id="{A45DE47B-4ACF-D47E-FE3A-46FB8F09A05D}"/>
              </a:ext>
            </a:extLst>
          </p:cNvPr>
          <p:cNvGrpSpPr/>
          <p:nvPr/>
        </p:nvGrpSpPr>
        <p:grpSpPr>
          <a:xfrm flipH="1">
            <a:off x="2625085" y="4316708"/>
            <a:ext cx="871623" cy="751268"/>
            <a:chOff x="1831350" y="1163925"/>
            <a:chExt cx="757670" cy="686842"/>
          </a:xfrm>
        </p:grpSpPr>
        <p:sp>
          <p:nvSpPr>
            <p:cNvPr id="1788" name="Google Shape;1788;p52">
              <a:extLst>
                <a:ext uri="{FF2B5EF4-FFF2-40B4-BE49-F238E27FC236}">
                  <a16:creationId xmlns:a16="http://schemas.microsoft.com/office/drawing/2014/main" id="{95BE0333-2E4E-4F8C-69BF-3D017EDBD336}"/>
                </a:ext>
              </a:extLst>
            </p:cNvPr>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52">
              <a:extLst>
                <a:ext uri="{FF2B5EF4-FFF2-40B4-BE49-F238E27FC236}">
                  <a16:creationId xmlns:a16="http://schemas.microsoft.com/office/drawing/2014/main" id="{5F95A2D2-46EA-D0BB-E9A3-488678DD45BD}"/>
                </a:ext>
              </a:extLst>
            </p:cNvPr>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0" name="Google Shape;1790;p52">
            <a:extLst>
              <a:ext uri="{FF2B5EF4-FFF2-40B4-BE49-F238E27FC236}">
                <a16:creationId xmlns:a16="http://schemas.microsoft.com/office/drawing/2014/main" id="{3203AB87-BF12-6DFD-A918-0E1A185A8CFB}"/>
              </a:ext>
            </a:extLst>
          </p:cNvPr>
          <p:cNvGrpSpPr/>
          <p:nvPr/>
        </p:nvGrpSpPr>
        <p:grpSpPr>
          <a:xfrm flipH="1">
            <a:off x="7430469" y="538241"/>
            <a:ext cx="998071" cy="846226"/>
            <a:chOff x="499294" y="784229"/>
            <a:chExt cx="998071" cy="846226"/>
          </a:xfrm>
        </p:grpSpPr>
        <p:sp>
          <p:nvSpPr>
            <p:cNvPr id="1791" name="Google Shape;1791;p52">
              <a:extLst>
                <a:ext uri="{FF2B5EF4-FFF2-40B4-BE49-F238E27FC236}">
                  <a16:creationId xmlns:a16="http://schemas.microsoft.com/office/drawing/2014/main" id="{212A9529-A985-5C1F-602A-830663B79711}"/>
                </a:ext>
              </a:extLst>
            </p:cNvPr>
            <p:cNvSpPr/>
            <p:nvPr/>
          </p:nvSpPr>
          <p:spPr>
            <a:xfrm rot="10800000">
              <a:off x="499294"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52">
              <a:extLst>
                <a:ext uri="{FF2B5EF4-FFF2-40B4-BE49-F238E27FC236}">
                  <a16:creationId xmlns:a16="http://schemas.microsoft.com/office/drawing/2014/main" id="{727AFF50-8AAB-1545-9A84-3F65FC9ADC4D}"/>
                </a:ext>
              </a:extLst>
            </p:cNvPr>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2">
              <a:extLst>
                <a:ext uri="{FF2B5EF4-FFF2-40B4-BE49-F238E27FC236}">
                  <a16:creationId xmlns:a16="http://schemas.microsoft.com/office/drawing/2014/main" id="{13AD3C7E-8C9E-B364-5263-F345B2D4FA94}"/>
                </a:ext>
              </a:extLst>
            </p:cNvPr>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2">
              <a:extLst>
                <a:ext uri="{FF2B5EF4-FFF2-40B4-BE49-F238E27FC236}">
                  <a16:creationId xmlns:a16="http://schemas.microsoft.com/office/drawing/2014/main" id="{6BF20EF3-3576-BCA5-B8F5-3E70CD1E6D1D}"/>
                </a:ext>
              </a:extLst>
            </p:cNvPr>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52">
              <a:extLst>
                <a:ext uri="{FF2B5EF4-FFF2-40B4-BE49-F238E27FC236}">
                  <a16:creationId xmlns:a16="http://schemas.microsoft.com/office/drawing/2014/main" id="{03468941-4F98-2400-26E9-035C01B61375}"/>
                </a:ext>
              </a:extLst>
            </p:cNvPr>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52">
              <a:extLst>
                <a:ext uri="{FF2B5EF4-FFF2-40B4-BE49-F238E27FC236}">
                  <a16:creationId xmlns:a16="http://schemas.microsoft.com/office/drawing/2014/main" id="{D296F99D-4BB3-82B9-516D-84B96CD33E92}"/>
                </a:ext>
              </a:extLst>
            </p:cNvPr>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52">
              <a:extLst>
                <a:ext uri="{FF2B5EF4-FFF2-40B4-BE49-F238E27FC236}">
                  <a16:creationId xmlns:a16="http://schemas.microsoft.com/office/drawing/2014/main" id="{80FE75A6-38FE-D80D-973C-6754CA9F5A05}"/>
                </a:ext>
              </a:extLst>
            </p:cNvPr>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49317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61"/>
        <p:cNvGrpSpPr/>
        <p:nvPr/>
      </p:nvGrpSpPr>
      <p:grpSpPr>
        <a:xfrm>
          <a:off x="0" y="0"/>
          <a:ext cx="0" cy="0"/>
          <a:chOff x="0" y="0"/>
          <a:chExt cx="0" cy="0"/>
        </a:xfrm>
      </p:grpSpPr>
      <p:grpSp>
        <p:nvGrpSpPr>
          <p:cNvPr id="1662" name="Google Shape;1662;p49"/>
          <p:cNvGrpSpPr/>
          <p:nvPr/>
        </p:nvGrpSpPr>
        <p:grpSpPr>
          <a:xfrm>
            <a:off x="2461817" y="1690242"/>
            <a:ext cx="4391861" cy="1345400"/>
            <a:chOff x="2217800" y="2272975"/>
            <a:chExt cx="5288850" cy="1345400"/>
          </a:xfrm>
        </p:grpSpPr>
        <p:sp>
          <p:nvSpPr>
            <p:cNvPr id="1663" name="Google Shape;1663;p49"/>
            <p:cNvSpPr/>
            <p:nvPr/>
          </p:nvSpPr>
          <p:spPr>
            <a:xfrm>
              <a:off x="2596850" y="2272975"/>
              <a:ext cx="4909800" cy="983700"/>
            </a:xfrm>
            <a:prstGeom prst="roundRect">
              <a:avLst>
                <a:gd name="adj" fmla="val 17462"/>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49"/>
            <p:cNvSpPr/>
            <p:nvPr/>
          </p:nvSpPr>
          <p:spPr>
            <a:xfrm>
              <a:off x="2502088" y="2363400"/>
              <a:ext cx="4909800" cy="983700"/>
            </a:xfrm>
            <a:prstGeom prst="roundRect">
              <a:avLst>
                <a:gd name="adj" fmla="val 17462"/>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49"/>
            <p:cNvSpPr/>
            <p:nvPr/>
          </p:nvSpPr>
          <p:spPr>
            <a:xfrm>
              <a:off x="2407325" y="2453825"/>
              <a:ext cx="4909800" cy="983700"/>
            </a:xfrm>
            <a:prstGeom prst="roundRect">
              <a:avLst>
                <a:gd name="adj" fmla="val 17462"/>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49"/>
            <p:cNvSpPr/>
            <p:nvPr/>
          </p:nvSpPr>
          <p:spPr>
            <a:xfrm>
              <a:off x="2312563" y="2544250"/>
              <a:ext cx="4909800" cy="983700"/>
            </a:xfrm>
            <a:prstGeom prst="roundRect">
              <a:avLst>
                <a:gd name="adj" fmla="val 17462"/>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49"/>
            <p:cNvSpPr/>
            <p:nvPr/>
          </p:nvSpPr>
          <p:spPr>
            <a:xfrm>
              <a:off x="2217800" y="2634675"/>
              <a:ext cx="4909800" cy="9837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8" name="Google Shape;1668;p49"/>
          <p:cNvSpPr txBox="1">
            <a:spLocks noGrp="1"/>
          </p:cNvSpPr>
          <p:nvPr>
            <p:ph type="title"/>
          </p:nvPr>
        </p:nvSpPr>
        <p:spPr>
          <a:xfrm>
            <a:off x="2748221" y="2058000"/>
            <a:ext cx="3504289" cy="10275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US" sz="3200" dirty="0"/>
              <a:t>SPEAKING Analysis</a:t>
            </a:r>
            <a:endParaRPr sz="3200" dirty="0"/>
          </a:p>
        </p:txBody>
      </p:sp>
      <p:sp>
        <p:nvSpPr>
          <p:cNvPr id="1670" name="Google Shape;1670;p49"/>
          <p:cNvSpPr/>
          <p:nvPr/>
        </p:nvSpPr>
        <p:spPr>
          <a:xfrm rot="-7594430">
            <a:off x="7057959" y="4004950"/>
            <a:ext cx="557347" cy="420725"/>
          </a:xfrm>
          <a:prstGeom prst="rightArrow">
            <a:avLst>
              <a:gd name="adj1" fmla="val 21312"/>
              <a:gd name="adj2" fmla="val 94987"/>
            </a:avLst>
          </a:pr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71" name="Google Shape;1671;p49"/>
          <p:cNvGrpSpPr/>
          <p:nvPr/>
        </p:nvGrpSpPr>
        <p:grpSpPr>
          <a:xfrm>
            <a:off x="7671569" y="994954"/>
            <a:ext cx="998071" cy="846226"/>
            <a:chOff x="413569" y="784229"/>
            <a:chExt cx="998071" cy="846226"/>
          </a:xfrm>
        </p:grpSpPr>
        <p:sp>
          <p:nvSpPr>
            <p:cNvPr id="1672" name="Google Shape;1672;p49"/>
            <p:cNvSpPr/>
            <p:nvPr/>
          </p:nvSpPr>
          <p:spPr>
            <a:xfrm rot="10800000" flipH="1">
              <a:off x="413569"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49"/>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49"/>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49"/>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49"/>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49"/>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49"/>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9" name="Google Shape;1679;p49"/>
          <p:cNvGrpSpPr/>
          <p:nvPr/>
        </p:nvGrpSpPr>
        <p:grpSpPr>
          <a:xfrm flipH="1">
            <a:off x="715560" y="2660246"/>
            <a:ext cx="871623" cy="751268"/>
            <a:chOff x="1831350" y="1163925"/>
            <a:chExt cx="757670" cy="686842"/>
          </a:xfrm>
        </p:grpSpPr>
        <p:sp>
          <p:nvSpPr>
            <p:cNvPr id="1680" name="Google Shape;1680;p49"/>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49"/>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2" name="Google Shape;1682;p49"/>
          <p:cNvGrpSpPr/>
          <p:nvPr/>
        </p:nvGrpSpPr>
        <p:grpSpPr>
          <a:xfrm>
            <a:off x="3092122" y="3866107"/>
            <a:ext cx="2915132" cy="363245"/>
            <a:chOff x="889100" y="126425"/>
            <a:chExt cx="2915132" cy="363245"/>
          </a:xfrm>
        </p:grpSpPr>
        <p:sp>
          <p:nvSpPr>
            <p:cNvPr id="1683" name="Google Shape;1683;p49"/>
            <p:cNvSpPr/>
            <p:nvPr/>
          </p:nvSpPr>
          <p:spPr>
            <a:xfrm>
              <a:off x="959032" y="189970"/>
              <a:ext cx="2845200" cy="299700"/>
            </a:xfrm>
            <a:prstGeom prst="roundRect">
              <a:avLst>
                <a:gd name="adj" fmla="val 23157"/>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49"/>
            <p:cNvSpPr/>
            <p:nvPr/>
          </p:nvSpPr>
          <p:spPr>
            <a:xfrm>
              <a:off x="890175" y="126425"/>
              <a:ext cx="2845200" cy="299700"/>
            </a:xfrm>
            <a:prstGeom prst="roundRect">
              <a:avLst>
                <a:gd name="adj" fmla="val 23157"/>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49"/>
            <p:cNvSpPr/>
            <p:nvPr/>
          </p:nvSpPr>
          <p:spPr>
            <a:xfrm rot="-5400000">
              <a:off x="1049150" y="-32525"/>
              <a:ext cx="297600" cy="617700"/>
            </a:xfrm>
            <a:prstGeom prst="round2SameRect">
              <a:avLst>
                <a:gd name="adj1" fmla="val 25034"/>
                <a:gd name="adj2" fmla="val 0"/>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6" name="Google Shape;1686;p49"/>
            <p:cNvGrpSpPr/>
            <p:nvPr/>
          </p:nvGrpSpPr>
          <p:grpSpPr>
            <a:xfrm>
              <a:off x="1099450" y="194125"/>
              <a:ext cx="196999" cy="164299"/>
              <a:chOff x="1083875" y="181525"/>
              <a:chExt cx="196999" cy="164299"/>
            </a:xfrm>
          </p:grpSpPr>
          <p:sp>
            <p:nvSpPr>
              <p:cNvPr id="1687" name="Google Shape;1687;p49"/>
              <p:cNvSpPr/>
              <p:nvPr/>
            </p:nvSpPr>
            <p:spPr>
              <a:xfrm>
                <a:off x="1083875" y="181525"/>
                <a:ext cx="123600" cy="12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88" name="Google Shape;1688;p49"/>
              <p:cNvCxnSpPr>
                <a:stCxn id="1687" idx="5"/>
              </p:cNvCxnSpPr>
              <p:nvPr/>
            </p:nvCxnSpPr>
            <p:spPr>
              <a:xfrm>
                <a:off x="1189374" y="287024"/>
                <a:ext cx="91500" cy="588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32">
          <a:extLst>
            <a:ext uri="{FF2B5EF4-FFF2-40B4-BE49-F238E27FC236}">
              <a16:creationId xmlns:a16="http://schemas.microsoft.com/office/drawing/2014/main" id="{5F0EB0BF-2A11-9634-DB91-272D2E5DB329}"/>
            </a:ext>
          </a:extLst>
        </p:cNvPr>
        <p:cNvGrpSpPr/>
        <p:nvPr/>
      </p:nvGrpSpPr>
      <p:grpSpPr>
        <a:xfrm>
          <a:off x="0" y="0"/>
          <a:ext cx="0" cy="0"/>
          <a:chOff x="0" y="0"/>
          <a:chExt cx="0" cy="0"/>
        </a:xfrm>
      </p:grpSpPr>
      <p:sp>
        <p:nvSpPr>
          <p:cNvPr id="2233" name="Google Shape;2233;p62">
            <a:extLst>
              <a:ext uri="{FF2B5EF4-FFF2-40B4-BE49-F238E27FC236}">
                <a16:creationId xmlns:a16="http://schemas.microsoft.com/office/drawing/2014/main" id="{C74DAA0C-4289-C305-96B8-C87A4BC7E35B}"/>
              </a:ext>
            </a:extLst>
          </p:cNvPr>
          <p:cNvSpPr/>
          <p:nvPr/>
        </p:nvSpPr>
        <p:spPr>
          <a:xfrm>
            <a:off x="5279272" y="1296395"/>
            <a:ext cx="32355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62">
            <a:extLst>
              <a:ext uri="{FF2B5EF4-FFF2-40B4-BE49-F238E27FC236}">
                <a16:creationId xmlns:a16="http://schemas.microsoft.com/office/drawing/2014/main" id="{C4A848F7-4D60-A334-C715-9800E3C681CA}"/>
              </a:ext>
            </a:extLst>
          </p:cNvPr>
          <p:cNvSpPr txBox="1">
            <a:spLocks noGrp="1"/>
          </p:cNvSpPr>
          <p:nvPr>
            <p:ph type="title"/>
          </p:nvPr>
        </p:nvSpPr>
        <p:spPr>
          <a:xfrm>
            <a:off x="2549450" y="1424345"/>
            <a:ext cx="5879100" cy="581100"/>
          </a:xfrm>
          <a:prstGeom prst="rect">
            <a:avLst/>
          </a:prstGeom>
        </p:spPr>
        <p:txBody>
          <a:bodyPr spcFirstLastPara="1" wrap="square" lIns="91425" tIns="0" rIns="91425" bIns="91425" anchor="t" anchorCtr="0">
            <a:noAutofit/>
          </a:bodyPr>
          <a:lstStyle/>
          <a:p>
            <a:pPr marL="0" lvl="0" indent="0" algn="r" rtl="0">
              <a:spcBef>
                <a:spcPts val="0"/>
              </a:spcBef>
              <a:spcAft>
                <a:spcPts val="0"/>
              </a:spcAft>
              <a:buNone/>
            </a:pPr>
            <a:r>
              <a:rPr lang="en" sz="2800" dirty="0"/>
              <a:t>Settings &amp; Scene </a:t>
            </a:r>
            <a:endParaRPr sz="2800" dirty="0"/>
          </a:p>
        </p:txBody>
      </p:sp>
      <p:sp>
        <p:nvSpPr>
          <p:cNvPr id="2235" name="Google Shape;2235;p62">
            <a:extLst>
              <a:ext uri="{FF2B5EF4-FFF2-40B4-BE49-F238E27FC236}">
                <a16:creationId xmlns:a16="http://schemas.microsoft.com/office/drawing/2014/main" id="{FBBC4FE6-EF3E-319C-57B7-B016E6F2B880}"/>
              </a:ext>
            </a:extLst>
          </p:cNvPr>
          <p:cNvSpPr txBox="1">
            <a:spLocks noGrp="1"/>
          </p:cNvSpPr>
          <p:nvPr>
            <p:ph type="subTitle" idx="1"/>
          </p:nvPr>
        </p:nvSpPr>
        <p:spPr>
          <a:xfrm>
            <a:off x="2549525" y="2215895"/>
            <a:ext cx="5879100" cy="1745100"/>
          </a:xfrm>
          <a:prstGeom prst="rect">
            <a:avLst/>
          </a:prstGeom>
        </p:spPr>
        <p:txBody>
          <a:bodyPr spcFirstLastPara="1" wrap="square" lIns="91425" tIns="91425" rIns="91425" bIns="91425" anchor="t" anchorCtr="0">
            <a:noAutofit/>
          </a:bodyPr>
          <a:lstStyle/>
          <a:p>
            <a:r>
              <a:rPr lang="en-US" sz="1100" b="1" dirty="0"/>
              <a:t>Physical Circumstance</a:t>
            </a:r>
            <a:br>
              <a:rPr lang="en-US" sz="1100" dirty="0"/>
            </a:br>
            <a:r>
              <a:rPr lang="en-US" sz="1100" dirty="0"/>
              <a:t>The meeting takes place on a Saturday afternoon at a café where Liam and Maya are having a casual conversation.</a:t>
            </a:r>
          </a:p>
          <a:p>
            <a:r>
              <a:rPr lang="en-US" sz="1100" b="1" dirty="0"/>
              <a:t>Psychological Setting</a:t>
            </a:r>
            <a:br>
              <a:rPr lang="en-US" sz="1100" dirty="0"/>
            </a:br>
            <a:r>
              <a:rPr lang="en-US" sz="1100" dirty="0"/>
              <a:t>Liam and Maya engage in a friendly talk about travel plans, experiences, and giving each other advice.</a:t>
            </a:r>
          </a:p>
          <a:p>
            <a:r>
              <a:rPr lang="en-US" sz="1100" b="1" dirty="0"/>
              <a:t>Cultural Scene (Informal)</a:t>
            </a:r>
            <a:br>
              <a:rPr lang="en-US" sz="1100" dirty="0"/>
            </a:br>
            <a:r>
              <a:rPr lang="en-US" sz="1100" dirty="0"/>
              <a:t>The situation is informal because they talk casually about food, places to visit, and simple Indonesian phrases.</a:t>
            </a:r>
          </a:p>
        </p:txBody>
      </p:sp>
      <p:grpSp>
        <p:nvGrpSpPr>
          <p:cNvPr id="2236" name="Google Shape;2236;p62">
            <a:extLst>
              <a:ext uri="{FF2B5EF4-FFF2-40B4-BE49-F238E27FC236}">
                <a16:creationId xmlns:a16="http://schemas.microsoft.com/office/drawing/2014/main" id="{C7BFBA7A-DB07-6704-DC95-B161BC6AC9AB}"/>
              </a:ext>
            </a:extLst>
          </p:cNvPr>
          <p:cNvGrpSpPr/>
          <p:nvPr/>
        </p:nvGrpSpPr>
        <p:grpSpPr>
          <a:xfrm flipH="1">
            <a:off x="2966585" y="943484"/>
            <a:ext cx="871623" cy="751268"/>
            <a:chOff x="1831350" y="1274481"/>
            <a:chExt cx="757670" cy="686842"/>
          </a:xfrm>
        </p:grpSpPr>
        <p:sp>
          <p:nvSpPr>
            <p:cNvPr id="2237" name="Google Shape;2237;p62">
              <a:extLst>
                <a:ext uri="{FF2B5EF4-FFF2-40B4-BE49-F238E27FC236}">
                  <a16:creationId xmlns:a16="http://schemas.microsoft.com/office/drawing/2014/main" id="{69CC1B25-CE90-5000-205C-66AEEED5F58C}"/>
                </a:ext>
              </a:extLst>
            </p:cNvPr>
            <p:cNvSpPr/>
            <p:nvPr/>
          </p:nvSpPr>
          <p:spPr>
            <a:xfrm>
              <a:off x="1831350" y="1274481"/>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62">
              <a:extLst>
                <a:ext uri="{FF2B5EF4-FFF2-40B4-BE49-F238E27FC236}">
                  <a16:creationId xmlns:a16="http://schemas.microsoft.com/office/drawing/2014/main" id="{699C29D2-6814-5031-71C6-EB6990113DC0}"/>
                </a:ext>
              </a:extLst>
            </p:cNvPr>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9" name="Google Shape;2239;p62">
            <a:extLst>
              <a:ext uri="{FF2B5EF4-FFF2-40B4-BE49-F238E27FC236}">
                <a16:creationId xmlns:a16="http://schemas.microsoft.com/office/drawing/2014/main" id="{4B691A8D-10F0-B044-EF61-936FAACD8110}"/>
              </a:ext>
            </a:extLst>
          </p:cNvPr>
          <p:cNvGrpSpPr/>
          <p:nvPr/>
        </p:nvGrpSpPr>
        <p:grpSpPr>
          <a:xfrm>
            <a:off x="2124022" y="3822266"/>
            <a:ext cx="1144567" cy="1232880"/>
            <a:chOff x="396222" y="549466"/>
            <a:chExt cx="1144567" cy="1232880"/>
          </a:xfrm>
        </p:grpSpPr>
        <p:sp>
          <p:nvSpPr>
            <p:cNvPr id="2240" name="Google Shape;2240;p62">
              <a:extLst>
                <a:ext uri="{FF2B5EF4-FFF2-40B4-BE49-F238E27FC236}">
                  <a16:creationId xmlns:a16="http://schemas.microsoft.com/office/drawing/2014/main" id="{A4828AC0-3947-1AE5-F483-1DC78670C982}"/>
                </a:ext>
              </a:extLst>
            </p:cNvPr>
            <p:cNvSpPr/>
            <p:nvPr/>
          </p:nvSpPr>
          <p:spPr>
            <a:xfrm rot="6642985">
              <a:off x="469472" y="742795"/>
              <a:ext cx="998067" cy="846223"/>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62">
              <a:extLst>
                <a:ext uri="{FF2B5EF4-FFF2-40B4-BE49-F238E27FC236}">
                  <a16:creationId xmlns:a16="http://schemas.microsoft.com/office/drawing/2014/main" id="{489E12DA-1CD9-F1B2-8229-93F8FB61F436}"/>
                </a:ext>
              </a:extLst>
            </p:cNvPr>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62">
              <a:extLst>
                <a:ext uri="{FF2B5EF4-FFF2-40B4-BE49-F238E27FC236}">
                  <a16:creationId xmlns:a16="http://schemas.microsoft.com/office/drawing/2014/main" id="{D4B868AE-0F8C-E7EE-2765-0C78415BB628}"/>
                </a:ext>
              </a:extLst>
            </p:cNvPr>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62">
              <a:extLst>
                <a:ext uri="{FF2B5EF4-FFF2-40B4-BE49-F238E27FC236}">
                  <a16:creationId xmlns:a16="http://schemas.microsoft.com/office/drawing/2014/main" id="{5A938A7A-4EE9-970E-2DDA-76C53FB62AD1}"/>
                </a:ext>
              </a:extLst>
            </p:cNvPr>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62">
              <a:extLst>
                <a:ext uri="{FF2B5EF4-FFF2-40B4-BE49-F238E27FC236}">
                  <a16:creationId xmlns:a16="http://schemas.microsoft.com/office/drawing/2014/main" id="{D021B651-C8B7-1FDC-612F-022E81A485BD}"/>
                </a:ext>
              </a:extLst>
            </p:cNvPr>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62">
              <a:extLst>
                <a:ext uri="{FF2B5EF4-FFF2-40B4-BE49-F238E27FC236}">
                  <a16:creationId xmlns:a16="http://schemas.microsoft.com/office/drawing/2014/main" id="{0FFDA419-2AC1-C538-5941-425176AA50ED}"/>
                </a:ext>
              </a:extLst>
            </p:cNvPr>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62">
              <a:extLst>
                <a:ext uri="{FF2B5EF4-FFF2-40B4-BE49-F238E27FC236}">
                  <a16:creationId xmlns:a16="http://schemas.microsoft.com/office/drawing/2014/main" id="{508E7E21-9406-9DA4-0B0D-D56571F5E4BE}"/>
                </a:ext>
              </a:extLst>
            </p:cNvPr>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7" name="Google Shape;2247;p62">
            <a:extLst>
              <a:ext uri="{FF2B5EF4-FFF2-40B4-BE49-F238E27FC236}">
                <a16:creationId xmlns:a16="http://schemas.microsoft.com/office/drawing/2014/main" id="{057A73AD-8AFF-EA5D-DF90-843AC1EE01D2}"/>
              </a:ext>
            </a:extLst>
          </p:cNvPr>
          <p:cNvGrpSpPr/>
          <p:nvPr/>
        </p:nvGrpSpPr>
        <p:grpSpPr>
          <a:xfrm>
            <a:off x="788425" y="1969726"/>
            <a:ext cx="1414522" cy="1745096"/>
            <a:chOff x="655725" y="2000651"/>
            <a:chExt cx="1414522" cy="1745096"/>
          </a:xfrm>
        </p:grpSpPr>
        <p:sp>
          <p:nvSpPr>
            <p:cNvPr id="2248" name="Google Shape;2248;p62">
              <a:extLst>
                <a:ext uri="{FF2B5EF4-FFF2-40B4-BE49-F238E27FC236}">
                  <a16:creationId xmlns:a16="http://schemas.microsoft.com/office/drawing/2014/main" id="{8FA48D67-11F9-CD42-7034-03863EB57C45}"/>
                </a:ext>
              </a:extLst>
            </p:cNvPr>
            <p:cNvSpPr/>
            <p:nvPr/>
          </p:nvSpPr>
          <p:spPr>
            <a:xfrm>
              <a:off x="655725" y="2358103"/>
              <a:ext cx="1414522" cy="1387644"/>
            </a:xfrm>
            <a:custGeom>
              <a:avLst/>
              <a:gdLst/>
              <a:ahLst/>
              <a:cxnLst/>
              <a:rect l="l" t="t" r="r" b="b"/>
              <a:pathLst>
                <a:path w="21472" h="21064" extrusionOk="0">
                  <a:moveTo>
                    <a:pt x="10743" y="1"/>
                  </a:moveTo>
                  <a:cubicBezTo>
                    <a:pt x="10386" y="1"/>
                    <a:pt x="10027" y="101"/>
                    <a:pt x="9709" y="301"/>
                  </a:cubicBezTo>
                  <a:lnTo>
                    <a:pt x="928" y="5773"/>
                  </a:lnTo>
                  <a:cubicBezTo>
                    <a:pt x="346" y="6137"/>
                    <a:pt x="1" y="6755"/>
                    <a:pt x="19" y="7428"/>
                  </a:cubicBezTo>
                  <a:lnTo>
                    <a:pt x="19" y="19118"/>
                  </a:lnTo>
                  <a:cubicBezTo>
                    <a:pt x="19" y="20191"/>
                    <a:pt x="873" y="21063"/>
                    <a:pt x="1964" y="21063"/>
                  </a:cubicBezTo>
                  <a:lnTo>
                    <a:pt x="19545" y="21063"/>
                  </a:lnTo>
                  <a:cubicBezTo>
                    <a:pt x="20617" y="21045"/>
                    <a:pt x="21472" y="20191"/>
                    <a:pt x="21472" y="19118"/>
                  </a:cubicBezTo>
                  <a:lnTo>
                    <a:pt x="21472" y="7428"/>
                  </a:lnTo>
                  <a:cubicBezTo>
                    <a:pt x="21472" y="6755"/>
                    <a:pt x="21126" y="6137"/>
                    <a:pt x="20563" y="5773"/>
                  </a:cubicBezTo>
                  <a:lnTo>
                    <a:pt x="11763" y="301"/>
                  </a:lnTo>
                  <a:cubicBezTo>
                    <a:pt x="11454" y="101"/>
                    <a:pt x="11100" y="1"/>
                    <a:pt x="10743"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62">
              <a:extLst>
                <a:ext uri="{FF2B5EF4-FFF2-40B4-BE49-F238E27FC236}">
                  <a16:creationId xmlns:a16="http://schemas.microsoft.com/office/drawing/2014/main" id="{BEFE3E82-0F25-B817-A038-31C21F9FA618}"/>
                </a:ext>
              </a:extLst>
            </p:cNvPr>
            <p:cNvSpPr/>
            <p:nvPr/>
          </p:nvSpPr>
          <p:spPr>
            <a:xfrm>
              <a:off x="813831" y="2000651"/>
              <a:ext cx="1100747" cy="1212080"/>
            </a:xfrm>
            <a:custGeom>
              <a:avLst/>
              <a:gdLst/>
              <a:ahLst/>
              <a:cxnLst/>
              <a:rect l="l" t="t" r="r" b="b"/>
              <a:pathLst>
                <a:path w="16709" h="18399" extrusionOk="0">
                  <a:moveTo>
                    <a:pt x="0" y="0"/>
                  </a:moveTo>
                  <a:lnTo>
                    <a:pt x="0" y="12545"/>
                  </a:lnTo>
                  <a:lnTo>
                    <a:pt x="8345" y="18399"/>
                  </a:lnTo>
                  <a:lnTo>
                    <a:pt x="16708" y="12545"/>
                  </a:lnTo>
                  <a:lnTo>
                    <a:pt x="16708" y="0"/>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62">
              <a:extLst>
                <a:ext uri="{FF2B5EF4-FFF2-40B4-BE49-F238E27FC236}">
                  <a16:creationId xmlns:a16="http://schemas.microsoft.com/office/drawing/2014/main" id="{011107DA-3666-7DA6-53A0-345D24FA224E}"/>
                </a:ext>
              </a:extLst>
            </p:cNvPr>
            <p:cNvSpPr/>
            <p:nvPr/>
          </p:nvSpPr>
          <p:spPr>
            <a:xfrm>
              <a:off x="764687" y="3206673"/>
              <a:ext cx="1230131" cy="440852"/>
            </a:xfrm>
            <a:custGeom>
              <a:avLst/>
              <a:gdLst/>
              <a:ahLst/>
              <a:cxnLst/>
              <a:rect l="l" t="t" r="r" b="b"/>
              <a:pathLst>
                <a:path w="18673" h="6692" extrusionOk="0">
                  <a:moveTo>
                    <a:pt x="9144" y="0"/>
                  </a:moveTo>
                  <a:cubicBezTo>
                    <a:pt x="8561" y="0"/>
                    <a:pt x="7979" y="164"/>
                    <a:pt x="7473" y="492"/>
                  </a:cubicBezTo>
                  <a:lnTo>
                    <a:pt x="1" y="6564"/>
                  </a:lnTo>
                  <a:lnTo>
                    <a:pt x="110" y="6691"/>
                  </a:lnTo>
                  <a:lnTo>
                    <a:pt x="7582" y="619"/>
                  </a:lnTo>
                  <a:cubicBezTo>
                    <a:pt x="8057" y="321"/>
                    <a:pt x="8598" y="171"/>
                    <a:pt x="9140" y="171"/>
                  </a:cubicBezTo>
                  <a:cubicBezTo>
                    <a:pt x="9657" y="171"/>
                    <a:pt x="10175" y="308"/>
                    <a:pt x="10637" y="583"/>
                  </a:cubicBezTo>
                  <a:lnTo>
                    <a:pt x="18563" y="6691"/>
                  </a:lnTo>
                  <a:lnTo>
                    <a:pt x="18672" y="6564"/>
                  </a:lnTo>
                  <a:lnTo>
                    <a:pt x="10728" y="437"/>
                  </a:lnTo>
                  <a:cubicBezTo>
                    <a:pt x="10242" y="146"/>
                    <a:pt x="9693" y="0"/>
                    <a:pt x="9144" y="0"/>
                  </a:cubicBez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62">
              <a:extLst>
                <a:ext uri="{FF2B5EF4-FFF2-40B4-BE49-F238E27FC236}">
                  <a16:creationId xmlns:a16="http://schemas.microsoft.com/office/drawing/2014/main" id="{93B69368-C310-5C22-4F2E-810730F8F092}"/>
                </a:ext>
              </a:extLst>
            </p:cNvPr>
            <p:cNvSpPr/>
            <p:nvPr/>
          </p:nvSpPr>
          <p:spPr>
            <a:xfrm>
              <a:off x="1082085" y="2173119"/>
              <a:ext cx="564175" cy="10804"/>
            </a:xfrm>
            <a:custGeom>
              <a:avLst/>
              <a:gdLst/>
              <a:ahLst/>
              <a:cxnLst/>
              <a:rect l="l" t="t" r="r" b="b"/>
              <a:pathLst>
                <a:path w="8564" h="164" extrusionOk="0">
                  <a:moveTo>
                    <a:pt x="1" y="0"/>
                  </a:moveTo>
                  <a:lnTo>
                    <a:pt x="1" y="164"/>
                  </a:lnTo>
                  <a:lnTo>
                    <a:pt x="8564" y="164"/>
                  </a:lnTo>
                  <a:lnTo>
                    <a:pt x="85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62">
              <a:extLst>
                <a:ext uri="{FF2B5EF4-FFF2-40B4-BE49-F238E27FC236}">
                  <a16:creationId xmlns:a16="http://schemas.microsoft.com/office/drawing/2014/main" id="{65A8083C-BBF3-87E3-FB25-E61ADA97DA10}"/>
                </a:ext>
              </a:extLst>
            </p:cNvPr>
            <p:cNvSpPr/>
            <p:nvPr/>
          </p:nvSpPr>
          <p:spPr>
            <a:xfrm>
              <a:off x="977933" y="2389856"/>
              <a:ext cx="771360" cy="12056"/>
            </a:xfrm>
            <a:custGeom>
              <a:avLst/>
              <a:gdLst/>
              <a:ahLst/>
              <a:cxnLst/>
              <a:rect l="l" t="t" r="r" b="b"/>
              <a:pathLst>
                <a:path w="11709" h="183" extrusionOk="0">
                  <a:moveTo>
                    <a:pt x="0" y="1"/>
                  </a:moveTo>
                  <a:lnTo>
                    <a:pt x="0" y="183"/>
                  </a:lnTo>
                  <a:lnTo>
                    <a:pt x="11708" y="183"/>
                  </a:lnTo>
                  <a:lnTo>
                    <a:pt x="11708"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62">
              <a:extLst>
                <a:ext uri="{FF2B5EF4-FFF2-40B4-BE49-F238E27FC236}">
                  <a16:creationId xmlns:a16="http://schemas.microsoft.com/office/drawing/2014/main" id="{EDB9F2C3-BC66-1EF3-0D0C-7797BF536B38}"/>
                </a:ext>
              </a:extLst>
            </p:cNvPr>
            <p:cNvSpPr/>
            <p:nvPr/>
          </p:nvSpPr>
          <p:spPr>
            <a:xfrm>
              <a:off x="977933" y="2551586"/>
              <a:ext cx="771360" cy="11990"/>
            </a:xfrm>
            <a:custGeom>
              <a:avLst/>
              <a:gdLst/>
              <a:ahLst/>
              <a:cxnLst/>
              <a:rect l="l" t="t" r="r" b="b"/>
              <a:pathLst>
                <a:path w="11709" h="182" extrusionOk="0">
                  <a:moveTo>
                    <a:pt x="0" y="0"/>
                  </a:moveTo>
                  <a:lnTo>
                    <a:pt x="0" y="182"/>
                  </a:lnTo>
                  <a:lnTo>
                    <a:pt x="11708" y="182"/>
                  </a:lnTo>
                  <a:lnTo>
                    <a:pt x="11708"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62">
              <a:extLst>
                <a:ext uri="{FF2B5EF4-FFF2-40B4-BE49-F238E27FC236}">
                  <a16:creationId xmlns:a16="http://schemas.microsoft.com/office/drawing/2014/main" id="{DA86373D-54E1-7A8A-45F3-7E30D0CF525E}"/>
                </a:ext>
              </a:extLst>
            </p:cNvPr>
            <p:cNvSpPr/>
            <p:nvPr/>
          </p:nvSpPr>
          <p:spPr>
            <a:xfrm>
              <a:off x="977933" y="2713250"/>
              <a:ext cx="771360" cy="12056"/>
            </a:xfrm>
            <a:custGeom>
              <a:avLst/>
              <a:gdLst/>
              <a:ahLst/>
              <a:cxnLst/>
              <a:rect l="l" t="t" r="r" b="b"/>
              <a:pathLst>
                <a:path w="11709" h="183" extrusionOk="0">
                  <a:moveTo>
                    <a:pt x="0" y="0"/>
                  </a:moveTo>
                  <a:lnTo>
                    <a:pt x="0" y="182"/>
                  </a:lnTo>
                  <a:lnTo>
                    <a:pt x="11708" y="182"/>
                  </a:lnTo>
                  <a:lnTo>
                    <a:pt x="11708"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62">
              <a:extLst>
                <a:ext uri="{FF2B5EF4-FFF2-40B4-BE49-F238E27FC236}">
                  <a16:creationId xmlns:a16="http://schemas.microsoft.com/office/drawing/2014/main" id="{BD87290C-DCCD-13FF-DF15-CEACE2A7C235}"/>
                </a:ext>
              </a:extLst>
            </p:cNvPr>
            <p:cNvSpPr/>
            <p:nvPr/>
          </p:nvSpPr>
          <p:spPr>
            <a:xfrm>
              <a:off x="977933" y="2874913"/>
              <a:ext cx="771360" cy="10870"/>
            </a:xfrm>
            <a:custGeom>
              <a:avLst/>
              <a:gdLst/>
              <a:ahLst/>
              <a:cxnLst/>
              <a:rect l="l" t="t" r="r" b="b"/>
              <a:pathLst>
                <a:path w="11709" h="165" extrusionOk="0">
                  <a:moveTo>
                    <a:pt x="0" y="1"/>
                  </a:moveTo>
                  <a:lnTo>
                    <a:pt x="0" y="164"/>
                  </a:lnTo>
                  <a:lnTo>
                    <a:pt x="11708" y="164"/>
                  </a:lnTo>
                  <a:lnTo>
                    <a:pt x="11708"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62">
              <a:extLst>
                <a:ext uri="{FF2B5EF4-FFF2-40B4-BE49-F238E27FC236}">
                  <a16:creationId xmlns:a16="http://schemas.microsoft.com/office/drawing/2014/main" id="{BA133E60-3849-6861-5604-3845B997E29F}"/>
                </a:ext>
              </a:extLst>
            </p:cNvPr>
            <p:cNvSpPr/>
            <p:nvPr/>
          </p:nvSpPr>
          <p:spPr>
            <a:xfrm>
              <a:off x="1134787" y="3036643"/>
              <a:ext cx="458771" cy="10804"/>
            </a:xfrm>
            <a:custGeom>
              <a:avLst/>
              <a:gdLst/>
              <a:ahLst/>
              <a:cxnLst/>
              <a:rect l="l" t="t" r="r" b="b"/>
              <a:pathLst>
                <a:path w="6964" h="164" extrusionOk="0">
                  <a:moveTo>
                    <a:pt x="1" y="0"/>
                  </a:moveTo>
                  <a:lnTo>
                    <a:pt x="1" y="164"/>
                  </a:lnTo>
                  <a:lnTo>
                    <a:pt x="6964" y="164"/>
                  </a:lnTo>
                  <a:lnTo>
                    <a:pt x="69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956264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21"/>
        <p:cNvGrpSpPr/>
        <p:nvPr/>
      </p:nvGrpSpPr>
      <p:grpSpPr>
        <a:xfrm>
          <a:off x="0" y="0"/>
          <a:ext cx="0" cy="0"/>
          <a:chOff x="0" y="0"/>
          <a:chExt cx="0" cy="0"/>
        </a:xfrm>
      </p:grpSpPr>
      <p:sp>
        <p:nvSpPr>
          <p:cNvPr id="2522" name="Google Shape;2522;p68"/>
          <p:cNvSpPr/>
          <p:nvPr/>
        </p:nvSpPr>
        <p:spPr>
          <a:xfrm>
            <a:off x="691650" y="1385361"/>
            <a:ext cx="38010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68"/>
          <p:cNvSpPr txBox="1">
            <a:spLocks noGrp="1"/>
          </p:cNvSpPr>
          <p:nvPr>
            <p:ph type="subTitle" idx="1"/>
          </p:nvPr>
        </p:nvSpPr>
        <p:spPr>
          <a:xfrm>
            <a:off x="791750" y="2170461"/>
            <a:ext cx="3856500" cy="1152300"/>
          </a:xfrm>
          <a:prstGeom prst="rect">
            <a:avLst/>
          </a:prstGeom>
        </p:spPr>
        <p:txBody>
          <a:bodyPr spcFirstLastPara="1" wrap="square" lIns="91425" tIns="91425" rIns="91425" bIns="91425" anchor="t" anchorCtr="0">
            <a:noAutofit/>
          </a:bodyPr>
          <a:lstStyle/>
          <a:p>
            <a:r>
              <a:rPr lang="en-US" sz="1200" b="1" dirty="0"/>
              <a:t>The Speaker</a:t>
            </a:r>
          </a:p>
          <a:p>
            <a:r>
              <a:rPr lang="en-US" sz="1200" dirty="0"/>
              <a:t>Liam and Maya.</a:t>
            </a:r>
          </a:p>
          <a:p>
            <a:r>
              <a:rPr lang="en-US" sz="1200" b="1" dirty="0"/>
              <a:t>The Hearer</a:t>
            </a:r>
          </a:p>
          <a:p>
            <a:r>
              <a:rPr lang="en-US" sz="1200" dirty="0"/>
              <a:t>Liam and Maya.</a:t>
            </a:r>
          </a:p>
          <a:p>
            <a:r>
              <a:rPr lang="en-US" sz="1200" b="1" dirty="0"/>
              <a:t>Explanation</a:t>
            </a:r>
          </a:p>
          <a:p>
            <a:r>
              <a:rPr lang="en-US" sz="1200" dirty="0"/>
              <a:t>Both Liam and Maya act as speakers and hearers,</a:t>
            </a:r>
          </a:p>
          <a:p>
            <a:r>
              <a:rPr lang="en-US" sz="1200" dirty="0"/>
              <a:t>taking turns asking questions, answering, and</a:t>
            </a:r>
          </a:p>
          <a:p>
            <a:r>
              <a:rPr lang="en-US" sz="1200" dirty="0"/>
              <a:t>sharing information about traveling to Indonesia.</a:t>
            </a:r>
          </a:p>
        </p:txBody>
      </p:sp>
      <p:sp>
        <p:nvSpPr>
          <p:cNvPr id="2524" name="Google Shape;2524;p68"/>
          <p:cNvSpPr txBox="1">
            <a:spLocks noGrp="1"/>
          </p:cNvSpPr>
          <p:nvPr>
            <p:ph type="title"/>
          </p:nvPr>
        </p:nvSpPr>
        <p:spPr>
          <a:xfrm>
            <a:off x="791750" y="1513311"/>
            <a:ext cx="3856500" cy="5811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dirty="0"/>
              <a:t>Participants</a:t>
            </a:r>
            <a:endParaRPr dirty="0"/>
          </a:p>
        </p:txBody>
      </p:sp>
      <p:grpSp>
        <p:nvGrpSpPr>
          <p:cNvPr id="2525" name="Google Shape;2525;p68"/>
          <p:cNvGrpSpPr/>
          <p:nvPr/>
        </p:nvGrpSpPr>
        <p:grpSpPr>
          <a:xfrm>
            <a:off x="4936975" y="1514825"/>
            <a:ext cx="3595070" cy="2336649"/>
            <a:chOff x="4668225" y="1489150"/>
            <a:chExt cx="3595070" cy="2336649"/>
          </a:xfrm>
        </p:grpSpPr>
        <p:sp>
          <p:nvSpPr>
            <p:cNvPr id="2526" name="Google Shape;2526;p68"/>
            <p:cNvSpPr/>
            <p:nvPr/>
          </p:nvSpPr>
          <p:spPr>
            <a:xfrm>
              <a:off x="4932224" y="1489150"/>
              <a:ext cx="3067077" cy="2226734"/>
            </a:xfrm>
            <a:custGeom>
              <a:avLst/>
              <a:gdLst/>
              <a:ahLst/>
              <a:cxnLst/>
              <a:rect l="l" t="t" r="r" b="b"/>
              <a:pathLst>
                <a:path w="80686" h="58579" extrusionOk="0">
                  <a:moveTo>
                    <a:pt x="4018" y="1"/>
                  </a:moveTo>
                  <a:cubicBezTo>
                    <a:pt x="1800" y="1"/>
                    <a:pt x="0" y="1783"/>
                    <a:pt x="0" y="4019"/>
                  </a:cubicBezTo>
                  <a:lnTo>
                    <a:pt x="0" y="54543"/>
                  </a:lnTo>
                  <a:cubicBezTo>
                    <a:pt x="0" y="56779"/>
                    <a:pt x="1800" y="58579"/>
                    <a:pt x="4018" y="58579"/>
                  </a:cubicBezTo>
                  <a:lnTo>
                    <a:pt x="76668" y="58579"/>
                  </a:lnTo>
                  <a:cubicBezTo>
                    <a:pt x="78886" y="58579"/>
                    <a:pt x="80686" y="56779"/>
                    <a:pt x="80686" y="54543"/>
                  </a:cubicBezTo>
                  <a:lnTo>
                    <a:pt x="80686" y="4019"/>
                  </a:lnTo>
                  <a:cubicBezTo>
                    <a:pt x="80686" y="1783"/>
                    <a:pt x="78886" y="1"/>
                    <a:pt x="76668" y="1"/>
                  </a:cubicBezTo>
                  <a:close/>
                </a:path>
              </a:pathLst>
            </a:custGeom>
            <a:solidFill>
              <a:srgbClr val="DCE5E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68"/>
            <p:cNvSpPr/>
            <p:nvPr/>
          </p:nvSpPr>
          <p:spPr>
            <a:xfrm>
              <a:off x="4668225" y="3715867"/>
              <a:ext cx="3595070" cy="109932"/>
            </a:xfrm>
            <a:custGeom>
              <a:avLst/>
              <a:gdLst/>
              <a:ahLst/>
              <a:cxnLst/>
              <a:rect l="l" t="t" r="r" b="b"/>
              <a:pathLst>
                <a:path w="94576" h="2892" extrusionOk="0">
                  <a:moveTo>
                    <a:pt x="0" y="1"/>
                  </a:moveTo>
                  <a:cubicBezTo>
                    <a:pt x="673" y="1728"/>
                    <a:pt x="2345" y="2892"/>
                    <a:pt x="4200" y="2892"/>
                  </a:cubicBezTo>
                  <a:lnTo>
                    <a:pt x="90376" y="2892"/>
                  </a:lnTo>
                  <a:cubicBezTo>
                    <a:pt x="92230" y="2892"/>
                    <a:pt x="93903" y="1728"/>
                    <a:pt x="94576" y="1"/>
                  </a:cubicBezTo>
                  <a:close/>
                </a:path>
              </a:pathLst>
            </a:cu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68"/>
            <p:cNvSpPr/>
            <p:nvPr/>
          </p:nvSpPr>
          <p:spPr>
            <a:xfrm>
              <a:off x="6225230" y="3715867"/>
              <a:ext cx="481048" cy="54662"/>
            </a:xfrm>
            <a:custGeom>
              <a:avLst/>
              <a:gdLst/>
              <a:ahLst/>
              <a:cxnLst/>
              <a:rect l="l" t="t" r="r" b="b"/>
              <a:pathLst>
                <a:path w="12655" h="1438" extrusionOk="0">
                  <a:moveTo>
                    <a:pt x="1" y="1"/>
                  </a:moveTo>
                  <a:cubicBezTo>
                    <a:pt x="328" y="855"/>
                    <a:pt x="1165" y="1437"/>
                    <a:pt x="2092" y="1437"/>
                  </a:cubicBezTo>
                  <a:lnTo>
                    <a:pt x="10546" y="1437"/>
                  </a:lnTo>
                  <a:cubicBezTo>
                    <a:pt x="11473" y="1437"/>
                    <a:pt x="12309" y="855"/>
                    <a:pt x="12655"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68"/>
            <p:cNvSpPr/>
            <p:nvPr/>
          </p:nvSpPr>
          <p:spPr>
            <a:xfrm>
              <a:off x="4932224" y="1489150"/>
              <a:ext cx="3067077" cy="2226734"/>
            </a:xfrm>
            <a:custGeom>
              <a:avLst/>
              <a:gdLst/>
              <a:ahLst/>
              <a:cxnLst/>
              <a:rect l="l" t="t" r="r" b="b"/>
              <a:pathLst>
                <a:path w="80686" h="58579" extrusionOk="0">
                  <a:moveTo>
                    <a:pt x="4018" y="1"/>
                  </a:moveTo>
                  <a:cubicBezTo>
                    <a:pt x="1800" y="1"/>
                    <a:pt x="0" y="1783"/>
                    <a:pt x="0" y="4019"/>
                  </a:cubicBezTo>
                  <a:lnTo>
                    <a:pt x="0" y="54543"/>
                  </a:lnTo>
                  <a:cubicBezTo>
                    <a:pt x="0" y="56779"/>
                    <a:pt x="1800" y="58579"/>
                    <a:pt x="4018" y="58579"/>
                  </a:cubicBezTo>
                  <a:lnTo>
                    <a:pt x="76668" y="58579"/>
                  </a:lnTo>
                  <a:cubicBezTo>
                    <a:pt x="78886" y="58579"/>
                    <a:pt x="80686" y="56779"/>
                    <a:pt x="80686" y="54543"/>
                  </a:cubicBezTo>
                  <a:lnTo>
                    <a:pt x="80686" y="4019"/>
                  </a:lnTo>
                  <a:cubicBezTo>
                    <a:pt x="80686" y="1783"/>
                    <a:pt x="78886" y="1"/>
                    <a:pt x="76668" y="1"/>
                  </a:cubicBezTo>
                  <a:close/>
                </a:path>
              </a:pathLst>
            </a:cu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68"/>
            <p:cNvSpPr/>
            <p:nvPr/>
          </p:nvSpPr>
          <p:spPr>
            <a:xfrm>
              <a:off x="6385568" y="1585296"/>
              <a:ext cx="160375" cy="27027"/>
            </a:xfrm>
            <a:custGeom>
              <a:avLst/>
              <a:gdLst/>
              <a:ahLst/>
              <a:cxnLst/>
              <a:rect l="l" t="t" r="r" b="b"/>
              <a:pathLst>
                <a:path w="4219" h="711" extrusionOk="0">
                  <a:moveTo>
                    <a:pt x="346" y="1"/>
                  </a:moveTo>
                  <a:cubicBezTo>
                    <a:pt x="146" y="1"/>
                    <a:pt x="1" y="165"/>
                    <a:pt x="1" y="346"/>
                  </a:cubicBezTo>
                  <a:cubicBezTo>
                    <a:pt x="1" y="546"/>
                    <a:pt x="146" y="692"/>
                    <a:pt x="346" y="710"/>
                  </a:cubicBezTo>
                  <a:lnTo>
                    <a:pt x="3873" y="710"/>
                  </a:lnTo>
                  <a:cubicBezTo>
                    <a:pt x="4073" y="710"/>
                    <a:pt x="4219" y="546"/>
                    <a:pt x="4219" y="346"/>
                  </a:cubicBezTo>
                  <a:cubicBezTo>
                    <a:pt x="4219" y="165"/>
                    <a:pt x="4073" y="1"/>
                    <a:pt x="387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531" name="Google Shape;2531;p68"/>
          <p:cNvPicPr preferRelativeResize="0"/>
          <p:nvPr/>
        </p:nvPicPr>
        <p:blipFill rotWithShape="1">
          <a:blip r:embed="rId3">
            <a:alphaModFix/>
          </a:blip>
          <a:srcRect l="4457" r="3630"/>
          <a:stretch/>
        </p:blipFill>
        <p:spPr>
          <a:xfrm>
            <a:off x="5283223" y="1747300"/>
            <a:ext cx="2902574" cy="1776425"/>
          </a:xfrm>
          <a:prstGeom prst="rect">
            <a:avLst/>
          </a:prstGeom>
          <a:noFill/>
          <a:ln w="19050" cap="flat" cmpd="sng">
            <a:solidFill>
              <a:schemeClr val="dk1"/>
            </a:solidFill>
            <a:prstDash val="solid"/>
            <a:round/>
            <a:headEnd type="none" w="sm" len="sm"/>
            <a:tailEnd type="none" w="sm" len="sm"/>
          </a:ln>
        </p:spPr>
      </p:pic>
      <p:grpSp>
        <p:nvGrpSpPr>
          <p:cNvPr id="2532" name="Google Shape;2532;p68"/>
          <p:cNvGrpSpPr/>
          <p:nvPr/>
        </p:nvGrpSpPr>
        <p:grpSpPr>
          <a:xfrm flipH="1">
            <a:off x="1393860" y="3970608"/>
            <a:ext cx="871623" cy="751268"/>
            <a:chOff x="1831350" y="1163925"/>
            <a:chExt cx="757670" cy="686842"/>
          </a:xfrm>
        </p:grpSpPr>
        <p:sp>
          <p:nvSpPr>
            <p:cNvPr id="2533" name="Google Shape;2533;p68"/>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68"/>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5" name="Google Shape;2535;p68"/>
          <p:cNvGrpSpPr/>
          <p:nvPr/>
        </p:nvGrpSpPr>
        <p:grpSpPr>
          <a:xfrm>
            <a:off x="3774919" y="374241"/>
            <a:ext cx="998071" cy="846226"/>
            <a:chOff x="413569" y="784229"/>
            <a:chExt cx="998071" cy="846226"/>
          </a:xfrm>
        </p:grpSpPr>
        <p:sp>
          <p:nvSpPr>
            <p:cNvPr id="2536" name="Google Shape;2536;p68"/>
            <p:cNvSpPr/>
            <p:nvPr/>
          </p:nvSpPr>
          <p:spPr>
            <a:xfrm rot="10800000" flipH="1">
              <a:off x="413569"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68"/>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68"/>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68"/>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68"/>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68"/>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68"/>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46"/>
        <p:cNvGrpSpPr/>
        <p:nvPr/>
      </p:nvGrpSpPr>
      <p:grpSpPr>
        <a:xfrm>
          <a:off x="0" y="0"/>
          <a:ext cx="0" cy="0"/>
          <a:chOff x="0" y="0"/>
          <a:chExt cx="0" cy="0"/>
        </a:xfrm>
      </p:grpSpPr>
      <p:sp>
        <p:nvSpPr>
          <p:cNvPr id="2547" name="Google Shape;2547;p69"/>
          <p:cNvSpPr/>
          <p:nvPr/>
        </p:nvSpPr>
        <p:spPr>
          <a:xfrm>
            <a:off x="6016625" y="1140188"/>
            <a:ext cx="24669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69"/>
          <p:cNvSpPr txBox="1">
            <a:spLocks noGrp="1"/>
          </p:cNvSpPr>
          <p:nvPr>
            <p:ph type="title"/>
          </p:nvPr>
        </p:nvSpPr>
        <p:spPr>
          <a:xfrm>
            <a:off x="3859850" y="1267988"/>
            <a:ext cx="4560300" cy="581100"/>
          </a:xfrm>
          <a:prstGeom prst="rect">
            <a:avLst/>
          </a:prstGeom>
        </p:spPr>
        <p:txBody>
          <a:bodyPr spcFirstLastPara="1" wrap="square" lIns="91425" tIns="0" rIns="91425" bIns="91425" anchor="t" anchorCtr="0">
            <a:noAutofit/>
          </a:bodyPr>
          <a:lstStyle/>
          <a:p>
            <a:pPr marL="0" lvl="0" indent="0" algn="r" rtl="0">
              <a:spcBef>
                <a:spcPts val="0"/>
              </a:spcBef>
              <a:spcAft>
                <a:spcPts val="0"/>
              </a:spcAft>
              <a:buNone/>
            </a:pPr>
            <a:r>
              <a:rPr lang="en" dirty="0"/>
              <a:t>Ends</a:t>
            </a:r>
            <a:endParaRPr dirty="0"/>
          </a:p>
        </p:txBody>
      </p:sp>
      <p:sp>
        <p:nvSpPr>
          <p:cNvPr id="2549" name="Google Shape;2549;p69"/>
          <p:cNvSpPr txBox="1">
            <a:spLocks noGrp="1"/>
          </p:cNvSpPr>
          <p:nvPr>
            <p:ph type="subTitle" idx="1"/>
          </p:nvPr>
        </p:nvSpPr>
        <p:spPr>
          <a:xfrm>
            <a:off x="3860100" y="1925138"/>
            <a:ext cx="4560300" cy="1152300"/>
          </a:xfrm>
          <a:prstGeom prst="rect">
            <a:avLst/>
          </a:prstGeom>
        </p:spPr>
        <p:txBody>
          <a:bodyPr spcFirstLastPara="1" wrap="square" lIns="91425" tIns="91425" rIns="91425" bIns="91425" anchor="t" anchorCtr="0">
            <a:noAutofit/>
          </a:bodyPr>
          <a:lstStyle/>
          <a:p>
            <a:r>
              <a:rPr lang="en-US" sz="1200" b="1" dirty="0"/>
              <a:t>Participants’ Purpose</a:t>
            </a:r>
            <a:endParaRPr lang="en-US" sz="1200" dirty="0"/>
          </a:p>
          <a:p>
            <a:r>
              <a:rPr lang="en-US" sz="1200" dirty="0"/>
              <a:t>To discuss Liam’s upcoming trip to Indonesia.</a:t>
            </a:r>
          </a:p>
          <a:p>
            <a:r>
              <a:rPr lang="en-US" sz="1200" dirty="0"/>
              <a:t>To share information about destinations, food, weather, and basic phrases.</a:t>
            </a:r>
          </a:p>
          <a:p>
            <a:r>
              <a:rPr lang="en-US" sz="1200" b="1" dirty="0"/>
              <a:t>General Experience</a:t>
            </a:r>
            <a:endParaRPr lang="en-US" sz="1200" dirty="0"/>
          </a:p>
          <a:p>
            <a:r>
              <a:rPr lang="en-US" sz="1200" dirty="0"/>
              <a:t>Maya shares her experiences and knowledge about Indonesia.</a:t>
            </a:r>
          </a:p>
          <a:p>
            <a:r>
              <a:rPr lang="en-US" sz="1200" dirty="0"/>
              <a:t>Liam shows excitement and interest in traveling.</a:t>
            </a:r>
          </a:p>
          <a:p>
            <a:r>
              <a:rPr lang="en-US" sz="1200" dirty="0"/>
              <a:t>The conversation is informal, focusing on travel plans, recommendations, and friendly advice.</a:t>
            </a:r>
          </a:p>
        </p:txBody>
      </p:sp>
      <p:grpSp>
        <p:nvGrpSpPr>
          <p:cNvPr id="2550" name="Google Shape;2550;p69"/>
          <p:cNvGrpSpPr/>
          <p:nvPr/>
        </p:nvGrpSpPr>
        <p:grpSpPr>
          <a:xfrm rot="-5400000">
            <a:off x="695989" y="1582205"/>
            <a:ext cx="3067077" cy="2226734"/>
            <a:chOff x="4932224" y="1489150"/>
            <a:chExt cx="3067077" cy="2226734"/>
          </a:xfrm>
        </p:grpSpPr>
        <p:sp>
          <p:nvSpPr>
            <p:cNvPr id="2551" name="Google Shape;2551;p69"/>
            <p:cNvSpPr/>
            <p:nvPr/>
          </p:nvSpPr>
          <p:spPr>
            <a:xfrm>
              <a:off x="4932224" y="1489150"/>
              <a:ext cx="3067077" cy="2226734"/>
            </a:xfrm>
            <a:custGeom>
              <a:avLst/>
              <a:gdLst/>
              <a:ahLst/>
              <a:cxnLst/>
              <a:rect l="l" t="t" r="r" b="b"/>
              <a:pathLst>
                <a:path w="80686" h="58579" extrusionOk="0">
                  <a:moveTo>
                    <a:pt x="4018" y="1"/>
                  </a:moveTo>
                  <a:cubicBezTo>
                    <a:pt x="1800" y="1"/>
                    <a:pt x="0" y="1783"/>
                    <a:pt x="0" y="4019"/>
                  </a:cubicBezTo>
                  <a:lnTo>
                    <a:pt x="0" y="54543"/>
                  </a:lnTo>
                  <a:cubicBezTo>
                    <a:pt x="0" y="56779"/>
                    <a:pt x="1800" y="58579"/>
                    <a:pt x="4018" y="58579"/>
                  </a:cubicBezTo>
                  <a:lnTo>
                    <a:pt x="76668" y="58579"/>
                  </a:lnTo>
                  <a:cubicBezTo>
                    <a:pt x="78886" y="58579"/>
                    <a:pt x="80686" y="56779"/>
                    <a:pt x="80686" y="54543"/>
                  </a:cubicBezTo>
                  <a:lnTo>
                    <a:pt x="80686" y="4019"/>
                  </a:lnTo>
                  <a:cubicBezTo>
                    <a:pt x="80686" y="1783"/>
                    <a:pt x="78886" y="1"/>
                    <a:pt x="76668" y="1"/>
                  </a:cubicBezTo>
                  <a:close/>
                </a:path>
              </a:pathLst>
            </a:custGeom>
            <a:solidFill>
              <a:srgbClr val="DCE5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69"/>
            <p:cNvSpPr/>
            <p:nvPr/>
          </p:nvSpPr>
          <p:spPr>
            <a:xfrm>
              <a:off x="4932224" y="1489150"/>
              <a:ext cx="3067077" cy="2226734"/>
            </a:xfrm>
            <a:custGeom>
              <a:avLst/>
              <a:gdLst/>
              <a:ahLst/>
              <a:cxnLst/>
              <a:rect l="l" t="t" r="r" b="b"/>
              <a:pathLst>
                <a:path w="80686" h="58579" extrusionOk="0">
                  <a:moveTo>
                    <a:pt x="4018" y="1"/>
                  </a:moveTo>
                  <a:cubicBezTo>
                    <a:pt x="1800" y="1"/>
                    <a:pt x="0" y="1783"/>
                    <a:pt x="0" y="4019"/>
                  </a:cubicBezTo>
                  <a:lnTo>
                    <a:pt x="0" y="54543"/>
                  </a:lnTo>
                  <a:cubicBezTo>
                    <a:pt x="0" y="56779"/>
                    <a:pt x="1800" y="58579"/>
                    <a:pt x="4018" y="58579"/>
                  </a:cubicBezTo>
                  <a:lnTo>
                    <a:pt x="76668" y="58579"/>
                  </a:lnTo>
                  <a:cubicBezTo>
                    <a:pt x="78886" y="58579"/>
                    <a:pt x="80686" y="56779"/>
                    <a:pt x="80686" y="54543"/>
                  </a:cubicBezTo>
                  <a:lnTo>
                    <a:pt x="80686" y="4019"/>
                  </a:lnTo>
                  <a:cubicBezTo>
                    <a:pt x="80686" y="1783"/>
                    <a:pt x="78886" y="1"/>
                    <a:pt x="76668" y="1"/>
                  </a:cubicBezTo>
                  <a:close/>
                </a:path>
              </a:pathLst>
            </a:cu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69"/>
            <p:cNvSpPr/>
            <p:nvPr/>
          </p:nvSpPr>
          <p:spPr>
            <a:xfrm rot="5400000">
              <a:off x="7795268" y="2589008"/>
              <a:ext cx="160375" cy="27027"/>
            </a:xfrm>
            <a:custGeom>
              <a:avLst/>
              <a:gdLst/>
              <a:ahLst/>
              <a:cxnLst/>
              <a:rect l="l" t="t" r="r" b="b"/>
              <a:pathLst>
                <a:path w="4219" h="711" extrusionOk="0">
                  <a:moveTo>
                    <a:pt x="346" y="1"/>
                  </a:moveTo>
                  <a:cubicBezTo>
                    <a:pt x="146" y="1"/>
                    <a:pt x="1" y="165"/>
                    <a:pt x="1" y="346"/>
                  </a:cubicBezTo>
                  <a:cubicBezTo>
                    <a:pt x="1" y="546"/>
                    <a:pt x="146" y="692"/>
                    <a:pt x="346" y="710"/>
                  </a:cubicBezTo>
                  <a:lnTo>
                    <a:pt x="3873" y="710"/>
                  </a:lnTo>
                  <a:cubicBezTo>
                    <a:pt x="4073" y="710"/>
                    <a:pt x="4219" y="546"/>
                    <a:pt x="4219" y="346"/>
                  </a:cubicBezTo>
                  <a:cubicBezTo>
                    <a:pt x="4219" y="165"/>
                    <a:pt x="4073" y="1"/>
                    <a:pt x="38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554" name="Google Shape;2554;p69"/>
          <p:cNvPicPr preferRelativeResize="0"/>
          <p:nvPr/>
        </p:nvPicPr>
        <p:blipFill rotWithShape="1">
          <a:blip r:embed="rId3">
            <a:alphaModFix/>
          </a:blip>
          <a:srcRect l="27724" r="27724"/>
          <a:stretch/>
        </p:blipFill>
        <p:spPr>
          <a:xfrm>
            <a:off x="1213925" y="1412875"/>
            <a:ext cx="2059500" cy="2600325"/>
          </a:xfrm>
          <a:prstGeom prst="rect">
            <a:avLst/>
          </a:prstGeom>
          <a:noFill/>
          <a:ln w="19050" cap="flat" cmpd="sng">
            <a:solidFill>
              <a:schemeClr val="dk1"/>
            </a:solidFill>
            <a:prstDash val="solid"/>
            <a:round/>
            <a:headEnd type="none" w="sm" len="sm"/>
            <a:tailEnd type="none" w="sm" len="sm"/>
          </a:ln>
        </p:spPr>
      </p:pic>
      <p:grpSp>
        <p:nvGrpSpPr>
          <p:cNvPr id="2555" name="Google Shape;2555;p69"/>
          <p:cNvGrpSpPr/>
          <p:nvPr/>
        </p:nvGrpSpPr>
        <p:grpSpPr>
          <a:xfrm flipH="1">
            <a:off x="4205810" y="3702258"/>
            <a:ext cx="871623" cy="751268"/>
            <a:chOff x="1831350" y="1163925"/>
            <a:chExt cx="757670" cy="686842"/>
          </a:xfrm>
        </p:grpSpPr>
        <p:sp>
          <p:nvSpPr>
            <p:cNvPr id="2556" name="Google Shape;2556;p69"/>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69"/>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8" name="Google Shape;2558;p69"/>
          <p:cNvGrpSpPr/>
          <p:nvPr/>
        </p:nvGrpSpPr>
        <p:grpSpPr>
          <a:xfrm>
            <a:off x="4468094" y="819916"/>
            <a:ext cx="998071" cy="846226"/>
            <a:chOff x="413569" y="784229"/>
            <a:chExt cx="998071" cy="846226"/>
          </a:xfrm>
        </p:grpSpPr>
        <p:sp>
          <p:nvSpPr>
            <p:cNvPr id="2559" name="Google Shape;2559;p69"/>
            <p:cNvSpPr/>
            <p:nvPr/>
          </p:nvSpPr>
          <p:spPr>
            <a:xfrm rot="10800000" flipH="1">
              <a:off x="413569"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69"/>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69"/>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69"/>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69"/>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69"/>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69"/>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69"/>
        <p:cNvGrpSpPr/>
        <p:nvPr/>
      </p:nvGrpSpPr>
      <p:grpSpPr>
        <a:xfrm>
          <a:off x="0" y="0"/>
          <a:ext cx="0" cy="0"/>
          <a:chOff x="0" y="0"/>
          <a:chExt cx="0" cy="0"/>
        </a:xfrm>
      </p:grpSpPr>
      <p:grpSp>
        <p:nvGrpSpPr>
          <p:cNvPr id="2570" name="Google Shape;2570;p70"/>
          <p:cNvGrpSpPr/>
          <p:nvPr/>
        </p:nvGrpSpPr>
        <p:grpSpPr>
          <a:xfrm>
            <a:off x="5662700" y="1150475"/>
            <a:ext cx="1621200" cy="3051300"/>
            <a:chOff x="5767050" y="1046100"/>
            <a:chExt cx="1621200" cy="3051300"/>
          </a:xfrm>
        </p:grpSpPr>
        <p:sp>
          <p:nvSpPr>
            <p:cNvPr id="2571" name="Google Shape;2571;p70"/>
            <p:cNvSpPr/>
            <p:nvPr/>
          </p:nvSpPr>
          <p:spPr>
            <a:xfrm>
              <a:off x="5767050" y="1046100"/>
              <a:ext cx="1621200" cy="3051300"/>
            </a:xfrm>
            <a:prstGeom prst="roundRect">
              <a:avLst>
                <a:gd name="adj" fmla="val 11919"/>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70"/>
            <p:cNvSpPr/>
            <p:nvPr/>
          </p:nvSpPr>
          <p:spPr>
            <a:xfrm>
              <a:off x="6455352" y="1177100"/>
              <a:ext cx="244597" cy="27025"/>
            </a:xfrm>
            <a:custGeom>
              <a:avLst/>
              <a:gdLst/>
              <a:ahLst/>
              <a:cxnLst/>
              <a:rect l="l" t="t" r="r" b="b"/>
              <a:pathLst>
                <a:path w="4219" h="711" extrusionOk="0">
                  <a:moveTo>
                    <a:pt x="346" y="1"/>
                  </a:moveTo>
                  <a:cubicBezTo>
                    <a:pt x="146" y="1"/>
                    <a:pt x="1" y="165"/>
                    <a:pt x="1" y="346"/>
                  </a:cubicBezTo>
                  <a:cubicBezTo>
                    <a:pt x="1" y="546"/>
                    <a:pt x="146" y="692"/>
                    <a:pt x="346" y="710"/>
                  </a:cubicBezTo>
                  <a:lnTo>
                    <a:pt x="3873" y="710"/>
                  </a:lnTo>
                  <a:cubicBezTo>
                    <a:pt x="4073" y="710"/>
                    <a:pt x="4219" y="546"/>
                    <a:pt x="4219" y="346"/>
                  </a:cubicBezTo>
                  <a:cubicBezTo>
                    <a:pt x="4219" y="165"/>
                    <a:pt x="4073" y="1"/>
                    <a:pt x="38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70"/>
            <p:cNvSpPr/>
            <p:nvPr/>
          </p:nvSpPr>
          <p:spPr>
            <a:xfrm>
              <a:off x="6496650" y="3871913"/>
              <a:ext cx="162000" cy="1620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4" name="Google Shape;2574;p70"/>
          <p:cNvSpPr/>
          <p:nvPr/>
        </p:nvSpPr>
        <p:spPr>
          <a:xfrm>
            <a:off x="691650" y="1742200"/>
            <a:ext cx="26388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70"/>
          <p:cNvSpPr txBox="1">
            <a:spLocks noGrp="1"/>
          </p:cNvSpPr>
          <p:nvPr>
            <p:ph type="title"/>
          </p:nvPr>
        </p:nvSpPr>
        <p:spPr>
          <a:xfrm>
            <a:off x="789919" y="1912440"/>
            <a:ext cx="3856500" cy="5811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sz="2400" dirty="0"/>
              <a:t>Act of Sequence</a:t>
            </a:r>
            <a:endParaRPr sz="2400" dirty="0"/>
          </a:p>
        </p:txBody>
      </p:sp>
      <p:sp>
        <p:nvSpPr>
          <p:cNvPr id="2576" name="Google Shape;2576;p70"/>
          <p:cNvSpPr txBox="1">
            <a:spLocks noGrp="1"/>
          </p:cNvSpPr>
          <p:nvPr>
            <p:ph type="subTitle" idx="1"/>
          </p:nvPr>
        </p:nvSpPr>
        <p:spPr>
          <a:xfrm>
            <a:off x="193206" y="2503609"/>
            <a:ext cx="3856500" cy="1152300"/>
          </a:xfrm>
          <a:prstGeom prst="rect">
            <a:avLst/>
          </a:prstGeom>
        </p:spPr>
        <p:txBody>
          <a:bodyPr spcFirstLastPara="1" wrap="square" lIns="91425" tIns="91425" rIns="91425" bIns="91425" anchor="t" anchorCtr="0">
            <a:noAutofit/>
          </a:bodyPr>
          <a:lstStyle/>
          <a:p>
            <a:r>
              <a:rPr lang="en-GB" sz="1200" dirty="0"/>
              <a:t>	1. Liam and Maya sit together in a café and talk about how relaxing the place is.</a:t>
            </a:r>
            <a:endParaRPr lang="en-ID" sz="1200" dirty="0"/>
          </a:p>
          <a:p>
            <a:r>
              <a:rPr lang="en-GB" sz="1200" dirty="0"/>
              <a:t>	2. Liam tells Maya that he will travel to Indonesia next month.</a:t>
            </a:r>
            <a:endParaRPr lang="en-ID" sz="1200" dirty="0"/>
          </a:p>
          <a:p>
            <a:r>
              <a:rPr lang="en-GB" sz="1200" dirty="0"/>
              <a:t>	3. Maya responds excitedly and asks where he plans to go.</a:t>
            </a:r>
            <a:endParaRPr lang="en-ID" sz="1200" dirty="0"/>
          </a:p>
          <a:p>
            <a:r>
              <a:rPr lang="en-GB" sz="1200" dirty="0"/>
              <a:t>	4. Liam explains that he will visit Jakarta and Bali.</a:t>
            </a:r>
            <a:endParaRPr lang="en-ID" sz="1200" dirty="0"/>
          </a:p>
        </p:txBody>
      </p:sp>
      <p:pic>
        <p:nvPicPr>
          <p:cNvPr id="2577" name="Google Shape;2577;p70"/>
          <p:cNvPicPr preferRelativeResize="0"/>
          <p:nvPr/>
        </p:nvPicPr>
        <p:blipFill rotWithShape="1">
          <a:blip r:embed="rId3">
            <a:alphaModFix/>
          </a:blip>
          <a:srcRect l="4063" t="1560" r="62577" b="-1560"/>
          <a:stretch/>
        </p:blipFill>
        <p:spPr>
          <a:xfrm>
            <a:off x="5739875" y="1439462"/>
            <a:ext cx="1466851" cy="2473326"/>
          </a:xfrm>
          <a:prstGeom prst="rect">
            <a:avLst/>
          </a:prstGeom>
          <a:noFill/>
          <a:ln w="19050" cap="flat" cmpd="sng">
            <a:solidFill>
              <a:schemeClr val="dk1"/>
            </a:solidFill>
            <a:prstDash val="solid"/>
            <a:round/>
            <a:headEnd type="none" w="sm" len="sm"/>
            <a:tailEnd type="none" w="sm" len="sm"/>
          </a:ln>
        </p:spPr>
      </p:pic>
      <p:grpSp>
        <p:nvGrpSpPr>
          <p:cNvPr id="2578" name="Google Shape;2578;p70"/>
          <p:cNvGrpSpPr/>
          <p:nvPr/>
        </p:nvGrpSpPr>
        <p:grpSpPr>
          <a:xfrm>
            <a:off x="7773110" y="2451108"/>
            <a:ext cx="871623" cy="751268"/>
            <a:chOff x="1831350" y="1163925"/>
            <a:chExt cx="757670" cy="686842"/>
          </a:xfrm>
        </p:grpSpPr>
        <p:sp>
          <p:nvSpPr>
            <p:cNvPr id="2579" name="Google Shape;2579;p70"/>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70"/>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1" name="Google Shape;2581;p70"/>
          <p:cNvGrpSpPr/>
          <p:nvPr/>
        </p:nvGrpSpPr>
        <p:grpSpPr>
          <a:xfrm flipH="1">
            <a:off x="4049706" y="1150466"/>
            <a:ext cx="998071" cy="846226"/>
            <a:chOff x="413569" y="784229"/>
            <a:chExt cx="998071" cy="846226"/>
          </a:xfrm>
        </p:grpSpPr>
        <p:sp>
          <p:nvSpPr>
            <p:cNvPr id="2582" name="Google Shape;2582;p70"/>
            <p:cNvSpPr/>
            <p:nvPr/>
          </p:nvSpPr>
          <p:spPr>
            <a:xfrm rot="10800000" flipH="1">
              <a:off x="413569"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70"/>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70"/>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70"/>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70"/>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70"/>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70"/>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69">
          <a:extLst>
            <a:ext uri="{FF2B5EF4-FFF2-40B4-BE49-F238E27FC236}">
              <a16:creationId xmlns:a16="http://schemas.microsoft.com/office/drawing/2014/main" id="{D7E3CCB6-0AE7-05F3-74CA-E7905FF29603}"/>
            </a:ext>
          </a:extLst>
        </p:cNvPr>
        <p:cNvGrpSpPr/>
        <p:nvPr/>
      </p:nvGrpSpPr>
      <p:grpSpPr>
        <a:xfrm>
          <a:off x="0" y="0"/>
          <a:ext cx="0" cy="0"/>
          <a:chOff x="0" y="0"/>
          <a:chExt cx="0" cy="0"/>
        </a:xfrm>
      </p:grpSpPr>
      <p:grpSp>
        <p:nvGrpSpPr>
          <p:cNvPr id="2570" name="Google Shape;2570;p70">
            <a:extLst>
              <a:ext uri="{FF2B5EF4-FFF2-40B4-BE49-F238E27FC236}">
                <a16:creationId xmlns:a16="http://schemas.microsoft.com/office/drawing/2014/main" id="{6ECD5CF6-B228-6E40-85A1-01C43B91B1A0}"/>
              </a:ext>
            </a:extLst>
          </p:cNvPr>
          <p:cNvGrpSpPr/>
          <p:nvPr/>
        </p:nvGrpSpPr>
        <p:grpSpPr>
          <a:xfrm>
            <a:off x="5662700" y="1150475"/>
            <a:ext cx="1621200" cy="3051300"/>
            <a:chOff x="5767050" y="1046100"/>
            <a:chExt cx="1621200" cy="3051300"/>
          </a:xfrm>
        </p:grpSpPr>
        <p:sp>
          <p:nvSpPr>
            <p:cNvPr id="2571" name="Google Shape;2571;p70">
              <a:extLst>
                <a:ext uri="{FF2B5EF4-FFF2-40B4-BE49-F238E27FC236}">
                  <a16:creationId xmlns:a16="http://schemas.microsoft.com/office/drawing/2014/main" id="{1561F567-AA2B-C81D-1070-CE696E777CAE}"/>
                </a:ext>
              </a:extLst>
            </p:cNvPr>
            <p:cNvSpPr/>
            <p:nvPr/>
          </p:nvSpPr>
          <p:spPr>
            <a:xfrm>
              <a:off x="5767050" y="1046100"/>
              <a:ext cx="1621200" cy="3051300"/>
            </a:xfrm>
            <a:prstGeom prst="roundRect">
              <a:avLst>
                <a:gd name="adj" fmla="val 11919"/>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70">
              <a:extLst>
                <a:ext uri="{FF2B5EF4-FFF2-40B4-BE49-F238E27FC236}">
                  <a16:creationId xmlns:a16="http://schemas.microsoft.com/office/drawing/2014/main" id="{2A02486D-9560-93B2-3F50-5AEE789C1E1D}"/>
                </a:ext>
              </a:extLst>
            </p:cNvPr>
            <p:cNvSpPr/>
            <p:nvPr/>
          </p:nvSpPr>
          <p:spPr>
            <a:xfrm>
              <a:off x="6455352" y="1177100"/>
              <a:ext cx="244597" cy="27025"/>
            </a:xfrm>
            <a:custGeom>
              <a:avLst/>
              <a:gdLst/>
              <a:ahLst/>
              <a:cxnLst/>
              <a:rect l="l" t="t" r="r" b="b"/>
              <a:pathLst>
                <a:path w="4219" h="711" extrusionOk="0">
                  <a:moveTo>
                    <a:pt x="346" y="1"/>
                  </a:moveTo>
                  <a:cubicBezTo>
                    <a:pt x="146" y="1"/>
                    <a:pt x="1" y="165"/>
                    <a:pt x="1" y="346"/>
                  </a:cubicBezTo>
                  <a:cubicBezTo>
                    <a:pt x="1" y="546"/>
                    <a:pt x="146" y="692"/>
                    <a:pt x="346" y="710"/>
                  </a:cubicBezTo>
                  <a:lnTo>
                    <a:pt x="3873" y="710"/>
                  </a:lnTo>
                  <a:cubicBezTo>
                    <a:pt x="4073" y="710"/>
                    <a:pt x="4219" y="546"/>
                    <a:pt x="4219" y="346"/>
                  </a:cubicBezTo>
                  <a:cubicBezTo>
                    <a:pt x="4219" y="165"/>
                    <a:pt x="4073" y="1"/>
                    <a:pt x="38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70">
              <a:extLst>
                <a:ext uri="{FF2B5EF4-FFF2-40B4-BE49-F238E27FC236}">
                  <a16:creationId xmlns:a16="http://schemas.microsoft.com/office/drawing/2014/main" id="{AD5A7A76-852D-95BC-21D1-65752B94A41C}"/>
                </a:ext>
              </a:extLst>
            </p:cNvPr>
            <p:cNvSpPr/>
            <p:nvPr/>
          </p:nvSpPr>
          <p:spPr>
            <a:xfrm>
              <a:off x="6496650" y="3871913"/>
              <a:ext cx="162000" cy="1620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4" name="Google Shape;2574;p70">
            <a:extLst>
              <a:ext uri="{FF2B5EF4-FFF2-40B4-BE49-F238E27FC236}">
                <a16:creationId xmlns:a16="http://schemas.microsoft.com/office/drawing/2014/main" id="{DC79B251-B2D8-4E8F-6CA5-2EEE89B432C7}"/>
              </a:ext>
            </a:extLst>
          </p:cNvPr>
          <p:cNvSpPr/>
          <p:nvPr/>
        </p:nvSpPr>
        <p:spPr>
          <a:xfrm>
            <a:off x="691650" y="1742200"/>
            <a:ext cx="26388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70">
            <a:extLst>
              <a:ext uri="{FF2B5EF4-FFF2-40B4-BE49-F238E27FC236}">
                <a16:creationId xmlns:a16="http://schemas.microsoft.com/office/drawing/2014/main" id="{56B863D5-9014-3B20-DE98-8EB2DA8D9246}"/>
              </a:ext>
            </a:extLst>
          </p:cNvPr>
          <p:cNvSpPr txBox="1">
            <a:spLocks noGrp="1"/>
          </p:cNvSpPr>
          <p:nvPr>
            <p:ph type="title"/>
          </p:nvPr>
        </p:nvSpPr>
        <p:spPr>
          <a:xfrm>
            <a:off x="789919" y="1912440"/>
            <a:ext cx="3856500" cy="5811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sz="2400" dirty="0"/>
              <a:t>Act of Sequence</a:t>
            </a:r>
            <a:endParaRPr sz="2400" dirty="0"/>
          </a:p>
        </p:txBody>
      </p:sp>
      <p:sp>
        <p:nvSpPr>
          <p:cNvPr id="2576" name="Google Shape;2576;p70">
            <a:extLst>
              <a:ext uri="{FF2B5EF4-FFF2-40B4-BE49-F238E27FC236}">
                <a16:creationId xmlns:a16="http://schemas.microsoft.com/office/drawing/2014/main" id="{8EC59292-57B3-4296-5338-289DBDCD7F7E}"/>
              </a:ext>
            </a:extLst>
          </p:cNvPr>
          <p:cNvSpPr txBox="1">
            <a:spLocks noGrp="1"/>
          </p:cNvSpPr>
          <p:nvPr>
            <p:ph type="subTitle" idx="1"/>
          </p:nvPr>
        </p:nvSpPr>
        <p:spPr>
          <a:xfrm>
            <a:off x="82800" y="2493540"/>
            <a:ext cx="3856500" cy="1152300"/>
          </a:xfrm>
          <a:prstGeom prst="rect">
            <a:avLst/>
          </a:prstGeom>
        </p:spPr>
        <p:txBody>
          <a:bodyPr spcFirstLastPara="1" wrap="square" lIns="91425" tIns="91425" rIns="91425" bIns="91425" anchor="t" anchorCtr="0">
            <a:noAutofit/>
          </a:bodyPr>
          <a:lstStyle/>
          <a:p>
            <a:r>
              <a:rPr lang="en-GB" sz="1200" dirty="0"/>
              <a:t>	5. Maya gives recommendations about food in Jakarta and places to visit in Bali like </a:t>
            </a:r>
            <a:r>
              <a:rPr lang="en-GB" sz="1200" dirty="0" err="1"/>
              <a:t>Ubud</a:t>
            </a:r>
            <a:r>
              <a:rPr lang="en-GB" sz="1200" dirty="0"/>
              <a:t> and Nusa Penida.</a:t>
            </a:r>
            <a:endParaRPr lang="en-ID" sz="1200" dirty="0"/>
          </a:p>
          <a:p>
            <a:r>
              <a:rPr lang="en-GB" sz="1200" dirty="0"/>
              <a:t>	6. Liam talks about wanting to snorkel and asks about the weather.</a:t>
            </a:r>
            <a:endParaRPr lang="en-ID" sz="1200" dirty="0"/>
          </a:p>
          <a:p>
            <a:r>
              <a:rPr lang="en-GB" sz="1200" dirty="0"/>
              <a:t>	7. Maya advises him to bring light clothes and sunscreen.</a:t>
            </a:r>
            <a:endParaRPr lang="en-ID" sz="1200" dirty="0"/>
          </a:p>
          <a:p>
            <a:r>
              <a:rPr lang="en-GB" sz="1200" dirty="0"/>
              <a:t>	8. Liam asks whether Bahasa Indonesia is hard to learn.</a:t>
            </a:r>
            <a:endParaRPr lang="en-ID" sz="1200" dirty="0"/>
          </a:p>
        </p:txBody>
      </p:sp>
      <p:pic>
        <p:nvPicPr>
          <p:cNvPr id="2577" name="Google Shape;2577;p70">
            <a:extLst>
              <a:ext uri="{FF2B5EF4-FFF2-40B4-BE49-F238E27FC236}">
                <a16:creationId xmlns:a16="http://schemas.microsoft.com/office/drawing/2014/main" id="{5512DCC6-B5D5-8263-21EF-14AD0962BF3C}"/>
              </a:ext>
            </a:extLst>
          </p:cNvPr>
          <p:cNvPicPr preferRelativeResize="0"/>
          <p:nvPr/>
        </p:nvPicPr>
        <p:blipFill rotWithShape="1">
          <a:blip r:embed="rId3">
            <a:alphaModFix/>
          </a:blip>
          <a:srcRect l="4063" t="1560" r="62577" b="-1560"/>
          <a:stretch/>
        </p:blipFill>
        <p:spPr>
          <a:xfrm>
            <a:off x="5739875" y="1439462"/>
            <a:ext cx="1466851" cy="2473326"/>
          </a:xfrm>
          <a:prstGeom prst="rect">
            <a:avLst/>
          </a:prstGeom>
          <a:noFill/>
          <a:ln w="19050" cap="flat" cmpd="sng">
            <a:solidFill>
              <a:schemeClr val="dk1"/>
            </a:solidFill>
            <a:prstDash val="solid"/>
            <a:round/>
            <a:headEnd type="none" w="sm" len="sm"/>
            <a:tailEnd type="none" w="sm" len="sm"/>
          </a:ln>
        </p:spPr>
      </p:pic>
      <p:grpSp>
        <p:nvGrpSpPr>
          <p:cNvPr id="2578" name="Google Shape;2578;p70">
            <a:extLst>
              <a:ext uri="{FF2B5EF4-FFF2-40B4-BE49-F238E27FC236}">
                <a16:creationId xmlns:a16="http://schemas.microsoft.com/office/drawing/2014/main" id="{873C5987-848A-85E2-648B-334B7627E191}"/>
              </a:ext>
            </a:extLst>
          </p:cNvPr>
          <p:cNvGrpSpPr/>
          <p:nvPr/>
        </p:nvGrpSpPr>
        <p:grpSpPr>
          <a:xfrm>
            <a:off x="7773110" y="2451108"/>
            <a:ext cx="871623" cy="751268"/>
            <a:chOff x="1831350" y="1163925"/>
            <a:chExt cx="757670" cy="686842"/>
          </a:xfrm>
        </p:grpSpPr>
        <p:sp>
          <p:nvSpPr>
            <p:cNvPr id="2579" name="Google Shape;2579;p70">
              <a:extLst>
                <a:ext uri="{FF2B5EF4-FFF2-40B4-BE49-F238E27FC236}">
                  <a16:creationId xmlns:a16="http://schemas.microsoft.com/office/drawing/2014/main" id="{27B2031F-1548-7E49-746F-3C34944560B9}"/>
                </a:ext>
              </a:extLst>
            </p:cNvPr>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70">
              <a:extLst>
                <a:ext uri="{FF2B5EF4-FFF2-40B4-BE49-F238E27FC236}">
                  <a16:creationId xmlns:a16="http://schemas.microsoft.com/office/drawing/2014/main" id="{B1763630-E06C-16ED-1154-23DD6E6FBF96}"/>
                </a:ext>
              </a:extLst>
            </p:cNvPr>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1" name="Google Shape;2581;p70">
            <a:extLst>
              <a:ext uri="{FF2B5EF4-FFF2-40B4-BE49-F238E27FC236}">
                <a16:creationId xmlns:a16="http://schemas.microsoft.com/office/drawing/2014/main" id="{5A5C1484-93CD-4FD1-2EF8-D3981B26E988}"/>
              </a:ext>
            </a:extLst>
          </p:cNvPr>
          <p:cNvGrpSpPr/>
          <p:nvPr/>
        </p:nvGrpSpPr>
        <p:grpSpPr>
          <a:xfrm flipH="1">
            <a:off x="4049706" y="1150466"/>
            <a:ext cx="998071" cy="846226"/>
            <a:chOff x="413569" y="784229"/>
            <a:chExt cx="998071" cy="846226"/>
          </a:xfrm>
        </p:grpSpPr>
        <p:sp>
          <p:nvSpPr>
            <p:cNvPr id="2582" name="Google Shape;2582;p70">
              <a:extLst>
                <a:ext uri="{FF2B5EF4-FFF2-40B4-BE49-F238E27FC236}">
                  <a16:creationId xmlns:a16="http://schemas.microsoft.com/office/drawing/2014/main" id="{4C73EA4F-6D95-91AA-257B-13E1A9D6F784}"/>
                </a:ext>
              </a:extLst>
            </p:cNvPr>
            <p:cNvSpPr/>
            <p:nvPr/>
          </p:nvSpPr>
          <p:spPr>
            <a:xfrm rot="10800000" flipH="1">
              <a:off x="413569"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70">
              <a:extLst>
                <a:ext uri="{FF2B5EF4-FFF2-40B4-BE49-F238E27FC236}">
                  <a16:creationId xmlns:a16="http://schemas.microsoft.com/office/drawing/2014/main" id="{3827F245-C7E1-0D40-16FF-2638C24155ED}"/>
                </a:ext>
              </a:extLst>
            </p:cNvPr>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70">
              <a:extLst>
                <a:ext uri="{FF2B5EF4-FFF2-40B4-BE49-F238E27FC236}">
                  <a16:creationId xmlns:a16="http://schemas.microsoft.com/office/drawing/2014/main" id="{509B77B4-106A-04D3-CE5C-A8150E2C44F1}"/>
                </a:ext>
              </a:extLst>
            </p:cNvPr>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70">
              <a:extLst>
                <a:ext uri="{FF2B5EF4-FFF2-40B4-BE49-F238E27FC236}">
                  <a16:creationId xmlns:a16="http://schemas.microsoft.com/office/drawing/2014/main" id="{4A993AB3-6B0C-D02A-4763-E09A10752B17}"/>
                </a:ext>
              </a:extLst>
            </p:cNvPr>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70">
              <a:extLst>
                <a:ext uri="{FF2B5EF4-FFF2-40B4-BE49-F238E27FC236}">
                  <a16:creationId xmlns:a16="http://schemas.microsoft.com/office/drawing/2014/main" id="{6FB3CD70-8E51-3095-32B9-50B8F30F4D83}"/>
                </a:ext>
              </a:extLst>
            </p:cNvPr>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70">
              <a:extLst>
                <a:ext uri="{FF2B5EF4-FFF2-40B4-BE49-F238E27FC236}">
                  <a16:creationId xmlns:a16="http://schemas.microsoft.com/office/drawing/2014/main" id="{90FBCF55-5C36-0A51-740B-678A5B70C3E4}"/>
                </a:ext>
              </a:extLst>
            </p:cNvPr>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70">
              <a:extLst>
                <a:ext uri="{FF2B5EF4-FFF2-40B4-BE49-F238E27FC236}">
                  <a16:creationId xmlns:a16="http://schemas.microsoft.com/office/drawing/2014/main" id="{EA0F1555-56BB-3662-1FED-59929C31932D}"/>
                </a:ext>
              </a:extLst>
            </p:cNvPr>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93772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69">
          <a:extLst>
            <a:ext uri="{FF2B5EF4-FFF2-40B4-BE49-F238E27FC236}">
              <a16:creationId xmlns:a16="http://schemas.microsoft.com/office/drawing/2014/main" id="{860415A1-49F1-AA22-DDA9-48B5342C2C27}"/>
            </a:ext>
          </a:extLst>
        </p:cNvPr>
        <p:cNvGrpSpPr/>
        <p:nvPr/>
      </p:nvGrpSpPr>
      <p:grpSpPr>
        <a:xfrm>
          <a:off x="0" y="0"/>
          <a:ext cx="0" cy="0"/>
          <a:chOff x="0" y="0"/>
          <a:chExt cx="0" cy="0"/>
        </a:xfrm>
      </p:grpSpPr>
      <p:grpSp>
        <p:nvGrpSpPr>
          <p:cNvPr id="2570" name="Google Shape;2570;p70">
            <a:extLst>
              <a:ext uri="{FF2B5EF4-FFF2-40B4-BE49-F238E27FC236}">
                <a16:creationId xmlns:a16="http://schemas.microsoft.com/office/drawing/2014/main" id="{A8A9128B-4775-6637-0065-AC1CFA547AB6}"/>
              </a:ext>
            </a:extLst>
          </p:cNvPr>
          <p:cNvGrpSpPr/>
          <p:nvPr/>
        </p:nvGrpSpPr>
        <p:grpSpPr>
          <a:xfrm>
            <a:off x="5662700" y="1150475"/>
            <a:ext cx="1621200" cy="3051300"/>
            <a:chOff x="5767050" y="1046100"/>
            <a:chExt cx="1621200" cy="3051300"/>
          </a:xfrm>
        </p:grpSpPr>
        <p:sp>
          <p:nvSpPr>
            <p:cNvPr id="2571" name="Google Shape;2571;p70">
              <a:extLst>
                <a:ext uri="{FF2B5EF4-FFF2-40B4-BE49-F238E27FC236}">
                  <a16:creationId xmlns:a16="http://schemas.microsoft.com/office/drawing/2014/main" id="{3D2BE84F-B831-FEB6-9EB8-456F67356CE7}"/>
                </a:ext>
              </a:extLst>
            </p:cNvPr>
            <p:cNvSpPr/>
            <p:nvPr/>
          </p:nvSpPr>
          <p:spPr>
            <a:xfrm>
              <a:off x="5767050" y="1046100"/>
              <a:ext cx="1621200" cy="3051300"/>
            </a:xfrm>
            <a:prstGeom prst="roundRect">
              <a:avLst>
                <a:gd name="adj" fmla="val 11919"/>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70">
              <a:extLst>
                <a:ext uri="{FF2B5EF4-FFF2-40B4-BE49-F238E27FC236}">
                  <a16:creationId xmlns:a16="http://schemas.microsoft.com/office/drawing/2014/main" id="{E5506C3A-6B7E-E9D8-5504-FF292608B48E}"/>
                </a:ext>
              </a:extLst>
            </p:cNvPr>
            <p:cNvSpPr/>
            <p:nvPr/>
          </p:nvSpPr>
          <p:spPr>
            <a:xfrm>
              <a:off x="6455352" y="1177100"/>
              <a:ext cx="244597" cy="27025"/>
            </a:xfrm>
            <a:custGeom>
              <a:avLst/>
              <a:gdLst/>
              <a:ahLst/>
              <a:cxnLst/>
              <a:rect l="l" t="t" r="r" b="b"/>
              <a:pathLst>
                <a:path w="4219" h="711" extrusionOk="0">
                  <a:moveTo>
                    <a:pt x="346" y="1"/>
                  </a:moveTo>
                  <a:cubicBezTo>
                    <a:pt x="146" y="1"/>
                    <a:pt x="1" y="165"/>
                    <a:pt x="1" y="346"/>
                  </a:cubicBezTo>
                  <a:cubicBezTo>
                    <a:pt x="1" y="546"/>
                    <a:pt x="146" y="692"/>
                    <a:pt x="346" y="710"/>
                  </a:cubicBezTo>
                  <a:lnTo>
                    <a:pt x="3873" y="710"/>
                  </a:lnTo>
                  <a:cubicBezTo>
                    <a:pt x="4073" y="710"/>
                    <a:pt x="4219" y="546"/>
                    <a:pt x="4219" y="346"/>
                  </a:cubicBezTo>
                  <a:cubicBezTo>
                    <a:pt x="4219" y="165"/>
                    <a:pt x="4073" y="1"/>
                    <a:pt x="38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70">
              <a:extLst>
                <a:ext uri="{FF2B5EF4-FFF2-40B4-BE49-F238E27FC236}">
                  <a16:creationId xmlns:a16="http://schemas.microsoft.com/office/drawing/2014/main" id="{C51B71A2-0AFA-7811-793D-36AA2C8C40F7}"/>
                </a:ext>
              </a:extLst>
            </p:cNvPr>
            <p:cNvSpPr/>
            <p:nvPr/>
          </p:nvSpPr>
          <p:spPr>
            <a:xfrm>
              <a:off x="6496650" y="3871913"/>
              <a:ext cx="162000" cy="1620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4" name="Google Shape;2574;p70">
            <a:extLst>
              <a:ext uri="{FF2B5EF4-FFF2-40B4-BE49-F238E27FC236}">
                <a16:creationId xmlns:a16="http://schemas.microsoft.com/office/drawing/2014/main" id="{CB845A66-313E-8043-882D-D74BCFA0AC18}"/>
              </a:ext>
            </a:extLst>
          </p:cNvPr>
          <p:cNvSpPr/>
          <p:nvPr/>
        </p:nvSpPr>
        <p:spPr>
          <a:xfrm>
            <a:off x="691650" y="1742200"/>
            <a:ext cx="26388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70">
            <a:extLst>
              <a:ext uri="{FF2B5EF4-FFF2-40B4-BE49-F238E27FC236}">
                <a16:creationId xmlns:a16="http://schemas.microsoft.com/office/drawing/2014/main" id="{D7FEF441-1AD4-BE46-D8A8-13BECE5518DB}"/>
              </a:ext>
            </a:extLst>
          </p:cNvPr>
          <p:cNvSpPr txBox="1">
            <a:spLocks noGrp="1"/>
          </p:cNvSpPr>
          <p:nvPr>
            <p:ph type="title"/>
          </p:nvPr>
        </p:nvSpPr>
        <p:spPr>
          <a:xfrm>
            <a:off x="789919" y="1912440"/>
            <a:ext cx="3856500" cy="5811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sz="2400" dirty="0"/>
              <a:t>Act of Sequence</a:t>
            </a:r>
            <a:endParaRPr sz="2400" dirty="0"/>
          </a:p>
        </p:txBody>
      </p:sp>
      <p:sp>
        <p:nvSpPr>
          <p:cNvPr id="2576" name="Google Shape;2576;p70">
            <a:extLst>
              <a:ext uri="{FF2B5EF4-FFF2-40B4-BE49-F238E27FC236}">
                <a16:creationId xmlns:a16="http://schemas.microsoft.com/office/drawing/2014/main" id="{50A1C642-4760-D1A6-0E08-422ED13C7623}"/>
              </a:ext>
            </a:extLst>
          </p:cNvPr>
          <p:cNvSpPr txBox="1">
            <a:spLocks noGrp="1"/>
          </p:cNvSpPr>
          <p:nvPr>
            <p:ph type="subTitle" idx="1"/>
          </p:nvPr>
        </p:nvSpPr>
        <p:spPr>
          <a:xfrm>
            <a:off x="9024" y="2451100"/>
            <a:ext cx="3856500" cy="1152300"/>
          </a:xfrm>
          <a:prstGeom prst="rect">
            <a:avLst/>
          </a:prstGeom>
        </p:spPr>
        <p:txBody>
          <a:bodyPr spcFirstLastPara="1" wrap="square" lIns="91425" tIns="91425" rIns="91425" bIns="91425" anchor="t" anchorCtr="0">
            <a:noAutofit/>
          </a:bodyPr>
          <a:lstStyle/>
          <a:p>
            <a:r>
              <a:rPr lang="en-GB" sz="1200" dirty="0"/>
              <a:t>	9. Maya teaches him simple phrases like “</a:t>
            </a:r>
            <a:r>
              <a:rPr lang="en-GB" sz="1200" dirty="0" err="1"/>
              <a:t>terima</a:t>
            </a:r>
            <a:r>
              <a:rPr lang="en-GB" sz="1200" dirty="0"/>
              <a:t> </a:t>
            </a:r>
            <a:r>
              <a:rPr lang="en-GB" sz="1200" dirty="0" err="1"/>
              <a:t>kasih</a:t>
            </a:r>
            <a:r>
              <a:rPr lang="en-GB" sz="1200" dirty="0"/>
              <a:t>,” “</a:t>
            </a:r>
            <a:r>
              <a:rPr lang="en-GB" sz="1200" dirty="0" err="1"/>
              <a:t>tolong</a:t>
            </a:r>
            <a:r>
              <a:rPr lang="en-GB" sz="1200" dirty="0"/>
              <a:t>,” and “</a:t>
            </a:r>
            <a:r>
              <a:rPr lang="en-GB" sz="1200" dirty="0" err="1"/>
              <a:t>permisi</a:t>
            </a:r>
            <a:r>
              <a:rPr lang="en-GB" sz="1200" dirty="0"/>
              <a:t>.”</a:t>
            </a:r>
            <a:endParaRPr lang="en-ID" sz="1200" dirty="0"/>
          </a:p>
          <a:p>
            <a:r>
              <a:rPr lang="en-GB" sz="1200" dirty="0"/>
              <a:t>	10. Liam shows excitement and says he will practice the phrases.</a:t>
            </a:r>
            <a:endParaRPr lang="en-ID" sz="1200" dirty="0"/>
          </a:p>
          <a:p>
            <a:r>
              <a:rPr lang="en-GB" sz="1200" dirty="0"/>
              <a:t>	11. Maya tells him Indonesians appreciate foreigners who try to speak the language.</a:t>
            </a:r>
            <a:endParaRPr lang="en-ID" sz="1200" dirty="0"/>
          </a:p>
          <a:p>
            <a:r>
              <a:rPr lang="en-GB" sz="1200" dirty="0"/>
              <a:t>	12. Liam thanks Maya for the tips and says he will send pictures during his trip.</a:t>
            </a:r>
            <a:endParaRPr lang="en-ID" sz="1200" dirty="0"/>
          </a:p>
          <a:p>
            <a:r>
              <a:rPr lang="en-GB" sz="1200" dirty="0"/>
              <a:t>	13. Maya ends the conversation by wishing him a great trip.</a:t>
            </a:r>
            <a:endParaRPr lang="en-ID" sz="1200" dirty="0"/>
          </a:p>
        </p:txBody>
      </p:sp>
      <p:pic>
        <p:nvPicPr>
          <p:cNvPr id="2577" name="Google Shape;2577;p70">
            <a:extLst>
              <a:ext uri="{FF2B5EF4-FFF2-40B4-BE49-F238E27FC236}">
                <a16:creationId xmlns:a16="http://schemas.microsoft.com/office/drawing/2014/main" id="{7B5644A2-178B-29B8-51AC-BE1E0206BBC9}"/>
              </a:ext>
            </a:extLst>
          </p:cNvPr>
          <p:cNvPicPr preferRelativeResize="0"/>
          <p:nvPr/>
        </p:nvPicPr>
        <p:blipFill rotWithShape="1">
          <a:blip r:embed="rId3">
            <a:alphaModFix/>
          </a:blip>
          <a:srcRect l="4063" t="1560" r="62577" b="-1560"/>
          <a:stretch/>
        </p:blipFill>
        <p:spPr>
          <a:xfrm>
            <a:off x="5739875" y="1439462"/>
            <a:ext cx="1466851" cy="2473326"/>
          </a:xfrm>
          <a:prstGeom prst="rect">
            <a:avLst/>
          </a:prstGeom>
          <a:noFill/>
          <a:ln w="19050" cap="flat" cmpd="sng">
            <a:solidFill>
              <a:schemeClr val="dk1"/>
            </a:solidFill>
            <a:prstDash val="solid"/>
            <a:round/>
            <a:headEnd type="none" w="sm" len="sm"/>
            <a:tailEnd type="none" w="sm" len="sm"/>
          </a:ln>
        </p:spPr>
      </p:pic>
      <p:grpSp>
        <p:nvGrpSpPr>
          <p:cNvPr id="2578" name="Google Shape;2578;p70">
            <a:extLst>
              <a:ext uri="{FF2B5EF4-FFF2-40B4-BE49-F238E27FC236}">
                <a16:creationId xmlns:a16="http://schemas.microsoft.com/office/drawing/2014/main" id="{83BE39CE-5288-57A5-3A65-93F1F72CC4E5}"/>
              </a:ext>
            </a:extLst>
          </p:cNvPr>
          <p:cNvGrpSpPr/>
          <p:nvPr/>
        </p:nvGrpSpPr>
        <p:grpSpPr>
          <a:xfrm>
            <a:off x="7773110" y="2451108"/>
            <a:ext cx="871623" cy="751268"/>
            <a:chOff x="1831350" y="1163925"/>
            <a:chExt cx="757670" cy="686842"/>
          </a:xfrm>
        </p:grpSpPr>
        <p:sp>
          <p:nvSpPr>
            <p:cNvPr id="2579" name="Google Shape;2579;p70">
              <a:extLst>
                <a:ext uri="{FF2B5EF4-FFF2-40B4-BE49-F238E27FC236}">
                  <a16:creationId xmlns:a16="http://schemas.microsoft.com/office/drawing/2014/main" id="{F5083B35-5B5F-2EDC-3BAC-C04CF139311A}"/>
                </a:ext>
              </a:extLst>
            </p:cNvPr>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70">
              <a:extLst>
                <a:ext uri="{FF2B5EF4-FFF2-40B4-BE49-F238E27FC236}">
                  <a16:creationId xmlns:a16="http://schemas.microsoft.com/office/drawing/2014/main" id="{02F1AD14-269E-42DF-6CF2-B8D74495D9CB}"/>
                </a:ext>
              </a:extLst>
            </p:cNvPr>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1" name="Google Shape;2581;p70">
            <a:extLst>
              <a:ext uri="{FF2B5EF4-FFF2-40B4-BE49-F238E27FC236}">
                <a16:creationId xmlns:a16="http://schemas.microsoft.com/office/drawing/2014/main" id="{9E281C85-A08B-CCB8-96B0-18EF8CCE4862}"/>
              </a:ext>
            </a:extLst>
          </p:cNvPr>
          <p:cNvGrpSpPr/>
          <p:nvPr/>
        </p:nvGrpSpPr>
        <p:grpSpPr>
          <a:xfrm flipH="1">
            <a:off x="4049706" y="1150466"/>
            <a:ext cx="998071" cy="846226"/>
            <a:chOff x="413569" y="784229"/>
            <a:chExt cx="998071" cy="846226"/>
          </a:xfrm>
        </p:grpSpPr>
        <p:sp>
          <p:nvSpPr>
            <p:cNvPr id="2582" name="Google Shape;2582;p70">
              <a:extLst>
                <a:ext uri="{FF2B5EF4-FFF2-40B4-BE49-F238E27FC236}">
                  <a16:creationId xmlns:a16="http://schemas.microsoft.com/office/drawing/2014/main" id="{9A798F26-0B8B-3621-C5D4-D555078E3BB5}"/>
                </a:ext>
              </a:extLst>
            </p:cNvPr>
            <p:cNvSpPr/>
            <p:nvPr/>
          </p:nvSpPr>
          <p:spPr>
            <a:xfrm rot="10800000" flipH="1">
              <a:off x="413569"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70">
              <a:extLst>
                <a:ext uri="{FF2B5EF4-FFF2-40B4-BE49-F238E27FC236}">
                  <a16:creationId xmlns:a16="http://schemas.microsoft.com/office/drawing/2014/main" id="{425071CC-55A6-8022-CC79-49A85001EB92}"/>
                </a:ext>
              </a:extLst>
            </p:cNvPr>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70">
              <a:extLst>
                <a:ext uri="{FF2B5EF4-FFF2-40B4-BE49-F238E27FC236}">
                  <a16:creationId xmlns:a16="http://schemas.microsoft.com/office/drawing/2014/main" id="{F7B8E553-C85A-83C9-3F21-7F8340E23069}"/>
                </a:ext>
              </a:extLst>
            </p:cNvPr>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70">
              <a:extLst>
                <a:ext uri="{FF2B5EF4-FFF2-40B4-BE49-F238E27FC236}">
                  <a16:creationId xmlns:a16="http://schemas.microsoft.com/office/drawing/2014/main" id="{CC2CC186-48E6-A608-2A5D-54939D02C387}"/>
                </a:ext>
              </a:extLst>
            </p:cNvPr>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70">
              <a:extLst>
                <a:ext uri="{FF2B5EF4-FFF2-40B4-BE49-F238E27FC236}">
                  <a16:creationId xmlns:a16="http://schemas.microsoft.com/office/drawing/2014/main" id="{68251752-91F8-F065-BFB3-65165C219679}"/>
                </a:ext>
              </a:extLst>
            </p:cNvPr>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70">
              <a:extLst>
                <a:ext uri="{FF2B5EF4-FFF2-40B4-BE49-F238E27FC236}">
                  <a16:creationId xmlns:a16="http://schemas.microsoft.com/office/drawing/2014/main" id="{8D74D9CD-0209-D7F4-5449-AAF86DF4821F}"/>
                </a:ext>
              </a:extLst>
            </p:cNvPr>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70">
              <a:extLst>
                <a:ext uri="{FF2B5EF4-FFF2-40B4-BE49-F238E27FC236}">
                  <a16:creationId xmlns:a16="http://schemas.microsoft.com/office/drawing/2014/main" id="{199808D2-D418-C788-6C81-34C8DF996B2C}"/>
                </a:ext>
              </a:extLst>
            </p:cNvPr>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655853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46">
          <a:extLst>
            <a:ext uri="{FF2B5EF4-FFF2-40B4-BE49-F238E27FC236}">
              <a16:creationId xmlns:a16="http://schemas.microsoft.com/office/drawing/2014/main" id="{13EB066F-C58F-3374-99CA-5616922B6C72}"/>
            </a:ext>
          </a:extLst>
        </p:cNvPr>
        <p:cNvGrpSpPr/>
        <p:nvPr/>
      </p:nvGrpSpPr>
      <p:grpSpPr>
        <a:xfrm>
          <a:off x="0" y="0"/>
          <a:ext cx="0" cy="0"/>
          <a:chOff x="0" y="0"/>
          <a:chExt cx="0" cy="0"/>
        </a:xfrm>
      </p:grpSpPr>
      <p:sp>
        <p:nvSpPr>
          <p:cNvPr id="2547" name="Google Shape;2547;p69">
            <a:extLst>
              <a:ext uri="{FF2B5EF4-FFF2-40B4-BE49-F238E27FC236}">
                <a16:creationId xmlns:a16="http://schemas.microsoft.com/office/drawing/2014/main" id="{1845308C-E125-DEA4-1B8A-FB602A69E927}"/>
              </a:ext>
            </a:extLst>
          </p:cNvPr>
          <p:cNvSpPr/>
          <p:nvPr/>
        </p:nvSpPr>
        <p:spPr>
          <a:xfrm>
            <a:off x="6038927" y="939463"/>
            <a:ext cx="24669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69">
            <a:extLst>
              <a:ext uri="{FF2B5EF4-FFF2-40B4-BE49-F238E27FC236}">
                <a16:creationId xmlns:a16="http://schemas.microsoft.com/office/drawing/2014/main" id="{FD9F04B4-B455-3CAB-3EAC-A4AB1F699552}"/>
              </a:ext>
            </a:extLst>
          </p:cNvPr>
          <p:cNvSpPr txBox="1">
            <a:spLocks noGrp="1"/>
          </p:cNvSpPr>
          <p:nvPr>
            <p:ph type="title"/>
          </p:nvPr>
        </p:nvSpPr>
        <p:spPr>
          <a:xfrm>
            <a:off x="3882152" y="1067263"/>
            <a:ext cx="4560300" cy="581100"/>
          </a:xfrm>
          <a:prstGeom prst="rect">
            <a:avLst/>
          </a:prstGeom>
        </p:spPr>
        <p:txBody>
          <a:bodyPr spcFirstLastPara="1" wrap="square" lIns="91425" tIns="0" rIns="91425" bIns="91425" anchor="t" anchorCtr="0">
            <a:noAutofit/>
          </a:bodyPr>
          <a:lstStyle/>
          <a:p>
            <a:pPr marL="0" lvl="0" indent="0" algn="r" rtl="0">
              <a:spcBef>
                <a:spcPts val="0"/>
              </a:spcBef>
              <a:spcAft>
                <a:spcPts val="0"/>
              </a:spcAft>
              <a:buNone/>
            </a:pPr>
            <a:r>
              <a:rPr lang="en-US" dirty="0"/>
              <a:t>Key</a:t>
            </a:r>
            <a:endParaRPr dirty="0"/>
          </a:p>
        </p:txBody>
      </p:sp>
      <p:sp>
        <p:nvSpPr>
          <p:cNvPr id="2549" name="Google Shape;2549;p69">
            <a:extLst>
              <a:ext uri="{FF2B5EF4-FFF2-40B4-BE49-F238E27FC236}">
                <a16:creationId xmlns:a16="http://schemas.microsoft.com/office/drawing/2014/main" id="{1A5856CB-B3F1-0393-3CFB-7AC7B68A758A}"/>
              </a:ext>
            </a:extLst>
          </p:cNvPr>
          <p:cNvSpPr txBox="1">
            <a:spLocks noGrp="1"/>
          </p:cNvSpPr>
          <p:nvPr>
            <p:ph type="subTitle" idx="1"/>
          </p:nvPr>
        </p:nvSpPr>
        <p:spPr>
          <a:xfrm>
            <a:off x="3882402" y="1694677"/>
            <a:ext cx="4560300" cy="1152300"/>
          </a:xfrm>
          <a:prstGeom prst="rect">
            <a:avLst/>
          </a:prstGeom>
        </p:spPr>
        <p:txBody>
          <a:bodyPr spcFirstLastPara="1" wrap="square" lIns="91425" tIns="91425" rIns="91425" bIns="91425" anchor="t" anchorCtr="0">
            <a:noAutofit/>
          </a:bodyPr>
          <a:lstStyle/>
          <a:p>
            <a:r>
              <a:rPr lang="en-US" sz="1200" b="1" dirty="0"/>
              <a:t>Liam’s Attitude</a:t>
            </a:r>
            <a:br>
              <a:rPr lang="en-US" sz="1200" dirty="0"/>
            </a:br>
            <a:r>
              <a:rPr lang="en-US" sz="1200" dirty="0"/>
              <a:t>Liam is very excited and curious about his upcoming trip to Indonesia.</a:t>
            </a:r>
          </a:p>
          <a:p>
            <a:r>
              <a:rPr lang="en-US" sz="1200" b="1" dirty="0"/>
              <a:t>Maya’s Attitude</a:t>
            </a:r>
            <a:br>
              <a:rPr lang="en-US" sz="1200" dirty="0"/>
            </a:br>
            <a:r>
              <a:rPr lang="en-US" sz="1200" dirty="0"/>
              <a:t>Maya is enthusiastic and happy while giving travel and cultural advice.</a:t>
            </a:r>
          </a:p>
          <a:p>
            <a:r>
              <a:rPr lang="en-US" sz="1200" b="1" dirty="0"/>
              <a:t>Explanation</a:t>
            </a:r>
            <a:br>
              <a:rPr lang="en-US" sz="1200" dirty="0"/>
            </a:br>
            <a:r>
              <a:rPr lang="en-US" sz="1200" dirty="0"/>
              <a:t>Liam shows interest in visiting Jakarta and Bali and learning Indonesian culture.</a:t>
            </a:r>
            <a:br>
              <a:rPr lang="en-US" sz="1200" dirty="0"/>
            </a:br>
            <a:r>
              <a:rPr lang="en-US" sz="1200" dirty="0"/>
              <a:t>Maya responds with friendly enthusiasm, offering tips on food, places, weather, and simple phrases.</a:t>
            </a:r>
          </a:p>
        </p:txBody>
      </p:sp>
      <p:grpSp>
        <p:nvGrpSpPr>
          <p:cNvPr id="2550" name="Google Shape;2550;p69">
            <a:extLst>
              <a:ext uri="{FF2B5EF4-FFF2-40B4-BE49-F238E27FC236}">
                <a16:creationId xmlns:a16="http://schemas.microsoft.com/office/drawing/2014/main" id="{2F3AC19F-5D2A-3EC0-F199-39A0F328C084}"/>
              </a:ext>
            </a:extLst>
          </p:cNvPr>
          <p:cNvGrpSpPr/>
          <p:nvPr/>
        </p:nvGrpSpPr>
        <p:grpSpPr>
          <a:xfrm rot="-5400000">
            <a:off x="695989" y="1582205"/>
            <a:ext cx="3067077" cy="2226734"/>
            <a:chOff x="4932224" y="1489150"/>
            <a:chExt cx="3067077" cy="2226734"/>
          </a:xfrm>
        </p:grpSpPr>
        <p:sp>
          <p:nvSpPr>
            <p:cNvPr id="2551" name="Google Shape;2551;p69">
              <a:extLst>
                <a:ext uri="{FF2B5EF4-FFF2-40B4-BE49-F238E27FC236}">
                  <a16:creationId xmlns:a16="http://schemas.microsoft.com/office/drawing/2014/main" id="{E0D2B4F5-FBD6-2534-1E75-2B60A7915A42}"/>
                </a:ext>
              </a:extLst>
            </p:cNvPr>
            <p:cNvSpPr/>
            <p:nvPr/>
          </p:nvSpPr>
          <p:spPr>
            <a:xfrm>
              <a:off x="4932224" y="1489150"/>
              <a:ext cx="3067077" cy="2226734"/>
            </a:xfrm>
            <a:custGeom>
              <a:avLst/>
              <a:gdLst/>
              <a:ahLst/>
              <a:cxnLst/>
              <a:rect l="l" t="t" r="r" b="b"/>
              <a:pathLst>
                <a:path w="80686" h="58579" extrusionOk="0">
                  <a:moveTo>
                    <a:pt x="4018" y="1"/>
                  </a:moveTo>
                  <a:cubicBezTo>
                    <a:pt x="1800" y="1"/>
                    <a:pt x="0" y="1783"/>
                    <a:pt x="0" y="4019"/>
                  </a:cubicBezTo>
                  <a:lnTo>
                    <a:pt x="0" y="54543"/>
                  </a:lnTo>
                  <a:cubicBezTo>
                    <a:pt x="0" y="56779"/>
                    <a:pt x="1800" y="58579"/>
                    <a:pt x="4018" y="58579"/>
                  </a:cubicBezTo>
                  <a:lnTo>
                    <a:pt x="76668" y="58579"/>
                  </a:lnTo>
                  <a:cubicBezTo>
                    <a:pt x="78886" y="58579"/>
                    <a:pt x="80686" y="56779"/>
                    <a:pt x="80686" y="54543"/>
                  </a:cubicBezTo>
                  <a:lnTo>
                    <a:pt x="80686" y="4019"/>
                  </a:lnTo>
                  <a:cubicBezTo>
                    <a:pt x="80686" y="1783"/>
                    <a:pt x="78886" y="1"/>
                    <a:pt x="76668" y="1"/>
                  </a:cubicBezTo>
                  <a:close/>
                </a:path>
              </a:pathLst>
            </a:custGeom>
            <a:solidFill>
              <a:srgbClr val="DCE5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69">
              <a:extLst>
                <a:ext uri="{FF2B5EF4-FFF2-40B4-BE49-F238E27FC236}">
                  <a16:creationId xmlns:a16="http://schemas.microsoft.com/office/drawing/2014/main" id="{6DF26A3D-0349-9B60-6BCA-F9D5C199F829}"/>
                </a:ext>
              </a:extLst>
            </p:cNvPr>
            <p:cNvSpPr/>
            <p:nvPr/>
          </p:nvSpPr>
          <p:spPr>
            <a:xfrm>
              <a:off x="4932224" y="1489150"/>
              <a:ext cx="3067077" cy="2226734"/>
            </a:xfrm>
            <a:custGeom>
              <a:avLst/>
              <a:gdLst/>
              <a:ahLst/>
              <a:cxnLst/>
              <a:rect l="l" t="t" r="r" b="b"/>
              <a:pathLst>
                <a:path w="80686" h="58579" extrusionOk="0">
                  <a:moveTo>
                    <a:pt x="4018" y="1"/>
                  </a:moveTo>
                  <a:cubicBezTo>
                    <a:pt x="1800" y="1"/>
                    <a:pt x="0" y="1783"/>
                    <a:pt x="0" y="4019"/>
                  </a:cubicBezTo>
                  <a:lnTo>
                    <a:pt x="0" y="54543"/>
                  </a:lnTo>
                  <a:cubicBezTo>
                    <a:pt x="0" y="56779"/>
                    <a:pt x="1800" y="58579"/>
                    <a:pt x="4018" y="58579"/>
                  </a:cubicBezTo>
                  <a:lnTo>
                    <a:pt x="76668" y="58579"/>
                  </a:lnTo>
                  <a:cubicBezTo>
                    <a:pt x="78886" y="58579"/>
                    <a:pt x="80686" y="56779"/>
                    <a:pt x="80686" y="54543"/>
                  </a:cubicBezTo>
                  <a:lnTo>
                    <a:pt x="80686" y="4019"/>
                  </a:lnTo>
                  <a:cubicBezTo>
                    <a:pt x="80686" y="1783"/>
                    <a:pt x="78886" y="1"/>
                    <a:pt x="76668" y="1"/>
                  </a:cubicBezTo>
                  <a:close/>
                </a:path>
              </a:pathLst>
            </a:cu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69">
              <a:extLst>
                <a:ext uri="{FF2B5EF4-FFF2-40B4-BE49-F238E27FC236}">
                  <a16:creationId xmlns:a16="http://schemas.microsoft.com/office/drawing/2014/main" id="{8375CEC1-D888-AA41-A248-2CE3F3FAF795}"/>
                </a:ext>
              </a:extLst>
            </p:cNvPr>
            <p:cNvSpPr/>
            <p:nvPr/>
          </p:nvSpPr>
          <p:spPr>
            <a:xfrm rot="5400000">
              <a:off x="7795268" y="2589008"/>
              <a:ext cx="160375" cy="27027"/>
            </a:xfrm>
            <a:custGeom>
              <a:avLst/>
              <a:gdLst/>
              <a:ahLst/>
              <a:cxnLst/>
              <a:rect l="l" t="t" r="r" b="b"/>
              <a:pathLst>
                <a:path w="4219" h="711" extrusionOk="0">
                  <a:moveTo>
                    <a:pt x="346" y="1"/>
                  </a:moveTo>
                  <a:cubicBezTo>
                    <a:pt x="146" y="1"/>
                    <a:pt x="1" y="165"/>
                    <a:pt x="1" y="346"/>
                  </a:cubicBezTo>
                  <a:cubicBezTo>
                    <a:pt x="1" y="546"/>
                    <a:pt x="146" y="692"/>
                    <a:pt x="346" y="710"/>
                  </a:cubicBezTo>
                  <a:lnTo>
                    <a:pt x="3873" y="710"/>
                  </a:lnTo>
                  <a:cubicBezTo>
                    <a:pt x="4073" y="710"/>
                    <a:pt x="4219" y="546"/>
                    <a:pt x="4219" y="346"/>
                  </a:cubicBezTo>
                  <a:cubicBezTo>
                    <a:pt x="4219" y="165"/>
                    <a:pt x="4073" y="1"/>
                    <a:pt x="38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554" name="Google Shape;2554;p69">
            <a:extLst>
              <a:ext uri="{FF2B5EF4-FFF2-40B4-BE49-F238E27FC236}">
                <a16:creationId xmlns:a16="http://schemas.microsoft.com/office/drawing/2014/main" id="{DDE8F96A-EC1E-C412-1145-97E5468D518F}"/>
              </a:ext>
            </a:extLst>
          </p:cNvPr>
          <p:cNvPicPr preferRelativeResize="0"/>
          <p:nvPr/>
        </p:nvPicPr>
        <p:blipFill rotWithShape="1">
          <a:blip r:embed="rId3">
            <a:alphaModFix/>
          </a:blip>
          <a:srcRect l="27724" r="27724"/>
          <a:stretch/>
        </p:blipFill>
        <p:spPr>
          <a:xfrm>
            <a:off x="1213925" y="1412875"/>
            <a:ext cx="2059500" cy="2600325"/>
          </a:xfrm>
          <a:prstGeom prst="rect">
            <a:avLst/>
          </a:prstGeom>
          <a:noFill/>
          <a:ln w="19050" cap="flat" cmpd="sng">
            <a:solidFill>
              <a:schemeClr val="dk1"/>
            </a:solidFill>
            <a:prstDash val="solid"/>
            <a:round/>
            <a:headEnd type="none" w="sm" len="sm"/>
            <a:tailEnd type="none" w="sm" len="sm"/>
          </a:ln>
        </p:spPr>
      </p:pic>
      <p:grpSp>
        <p:nvGrpSpPr>
          <p:cNvPr id="2555" name="Google Shape;2555;p69">
            <a:extLst>
              <a:ext uri="{FF2B5EF4-FFF2-40B4-BE49-F238E27FC236}">
                <a16:creationId xmlns:a16="http://schemas.microsoft.com/office/drawing/2014/main" id="{2F5C14FA-ECA5-AA2C-5B23-4A5985937829}"/>
              </a:ext>
            </a:extLst>
          </p:cNvPr>
          <p:cNvGrpSpPr/>
          <p:nvPr/>
        </p:nvGrpSpPr>
        <p:grpSpPr>
          <a:xfrm flipH="1">
            <a:off x="4205810" y="3702258"/>
            <a:ext cx="871623" cy="751268"/>
            <a:chOff x="1831350" y="1163925"/>
            <a:chExt cx="757670" cy="686842"/>
          </a:xfrm>
        </p:grpSpPr>
        <p:sp>
          <p:nvSpPr>
            <p:cNvPr id="2556" name="Google Shape;2556;p69">
              <a:extLst>
                <a:ext uri="{FF2B5EF4-FFF2-40B4-BE49-F238E27FC236}">
                  <a16:creationId xmlns:a16="http://schemas.microsoft.com/office/drawing/2014/main" id="{823A1F97-3BCD-5072-B6CD-C8E789651896}"/>
                </a:ext>
              </a:extLst>
            </p:cNvPr>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69">
              <a:extLst>
                <a:ext uri="{FF2B5EF4-FFF2-40B4-BE49-F238E27FC236}">
                  <a16:creationId xmlns:a16="http://schemas.microsoft.com/office/drawing/2014/main" id="{4B40ED44-325F-3500-C190-0AEFB5FB9D51}"/>
                </a:ext>
              </a:extLst>
            </p:cNvPr>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8" name="Google Shape;2558;p69">
            <a:extLst>
              <a:ext uri="{FF2B5EF4-FFF2-40B4-BE49-F238E27FC236}">
                <a16:creationId xmlns:a16="http://schemas.microsoft.com/office/drawing/2014/main" id="{32E73B01-860C-54E3-08C8-5A7FE78B7D9E}"/>
              </a:ext>
            </a:extLst>
          </p:cNvPr>
          <p:cNvGrpSpPr/>
          <p:nvPr/>
        </p:nvGrpSpPr>
        <p:grpSpPr>
          <a:xfrm>
            <a:off x="4468094" y="819916"/>
            <a:ext cx="998071" cy="846226"/>
            <a:chOff x="413569" y="784229"/>
            <a:chExt cx="998071" cy="846226"/>
          </a:xfrm>
        </p:grpSpPr>
        <p:sp>
          <p:nvSpPr>
            <p:cNvPr id="2559" name="Google Shape;2559;p69">
              <a:extLst>
                <a:ext uri="{FF2B5EF4-FFF2-40B4-BE49-F238E27FC236}">
                  <a16:creationId xmlns:a16="http://schemas.microsoft.com/office/drawing/2014/main" id="{C7A2FE61-4584-2D79-84E7-B17BCA1EC9BB}"/>
                </a:ext>
              </a:extLst>
            </p:cNvPr>
            <p:cNvSpPr/>
            <p:nvPr/>
          </p:nvSpPr>
          <p:spPr>
            <a:xfrm rot="10800000" flipH="1">
              <a:off x="413569"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69">
              <a:extLst>
                <a:ext uri="{FF2B5EF4-FFF2-40B4-BE49-F238E27FC236}">
                  <a16:creationId xmlns:a16="http://schemas.microsoft.com/office/drawing/2014/main" id="{40301213-B973-0692-0453-A4BDF84AA6F7}"/>
                </a:ext>
              </a:extLst>
            </p:cNvPr>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69">
              <a:extLst>
                <a:ext uri="{FF2B5EF4-FFF2-40B4-BE49-F238E27FC236}">
                  <a16:creationId xmlns:a16="http://schemas.microsoft.com/office/drawing/2014/main" id="{AE6A6B7D-CCB8-2FF9-3FEC-B6AA01FDD615}"/>
                </a:ext>
              </a:extLst>
            </p:cNvPr>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69">
              <a:extLst>
                <a:ext uri="{FF2B5EF4-FFF2-40B4-BE49-F238E27FC236}">
                  <a16:creationId xmlns:a16="http://schemas.microsoft.com/office/drawing/2014/main" id="{9E7598ED-8878-6701-BE9B-F017A7747D43}"/>
                </a:ext>
              </a:extLst>
            </p:cNvPr>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69">
              <a:extLst>
                <a:ext uri="{FF2B5EF4-FFF2-40B4-BE49-F238E27FC236}">
                  <a16:creationId xmlns:a16="http://schemas.microsoft.com/office/drawing/2014/main" id="{23465357-CA31-975A-7555-0792F81F440C}"/>
                </a:ext>
              </a:extLst>
            </p:cNvPr>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69">
              <a:extLst>
                <a:ext uri="{FF2B5EF4-FFF2-40B4-BE49-F238E27FC236}">
                  <a16:creationId xmlns:a16="http://schemas.microsoft.com/office/drawing/2014/main" id="{B1D81E3C-603D-7819-1146-89E92709FF5D}"/>
                </a:ext>
              </a:extLst>
            </p:cNvPr>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69">
              <a:extLst>
                <a:ext uri="{FF2B5EF4-FFF2-40B4-BE49-F238E27FC236}">
                  <a16:creationId xmlns:a16="http://schemas.microsoft.com/office/drawing/2014/main" id="{BC543D53-6279-CD8F-7C28-91E5BFB88A51}"/>
                </a:ext>
              </a:extLst>
            </p:cNvPr>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407674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21">
          <a:extLst>
            <a:ext uri="{FF2B5EF4-FFF2-40B4-BE49-F238E27FC236}">
              <a16:creationId xmlns:a16="http://schemas.microsoft.com/office/drawing/2014/main" id="{9AF367D9-83E5-2673-EF44-863E7ADE3CC6}"/>
            </a:ext>
          </a:extLst>
        </p:cNvPr>
        <p:cNvGrpSpPr/>
        <p:nvPr/>
      </p:nvGrpSpPr>
      <p:grpSpPr>
        <a:xfrm>
          <a:off x="0" y="0"/>
          <a:ext cx="0" cy="0"/>
          <a:chOff x="0" y="0"/>
          <a:chExt cx="0" cy="0"/>
        </a:xfrm>
      </p:grpSpPr>
      <p:sp>
        <p:nvSpPr>
          <p:cNvPr id="2522" name="Google Shape;2522;p68">
            <a:extLst>
              <a:ext uri="{FF2B5EF4-FFF2-40B4-BE49-F238E27FC236}">
                <a16:creationId xmlns:a16="http://schemas.microsoft.com/office/drawing/2014/main" id="{D6EFA3C2-E413-2994-1E23-368F8B6A0F1F}"/>
              </a:ext>
            </a:extLst>
          </p:cNvPr>
          <p:cNvSpPr/>
          <p:nvPr/>
        </p:nvSpPr>
        <p:spPr>
          <a:xfrm>
            <a:off x="691650" y="1273851"/>
            <a:ext cx="38010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68">
            <a:extLst>
              <a:ext uri="{FF2B5EF4-FFF2-40B4-BE49-F238E27FC236}">
                <a16:creationId xmlns:a16="http://schemas.microsoft.com/office/drawing/2014/main" id="{B091483C-0D9C-B058-B752-E78A53C0241A}"/>
              </a:ext>
            </a:extLst>
          </p:cNvPr>
          <p:cNvSpPr txBox="1">
            <a:spLocks noGrp="1"/>
          </p:cNvSpPr>
          <p:nvPr>
            <p:ph type="subTitle" idx="1"/>
          </p:nvPr>
        </p:nvSpPr>
        <p:spPr>
          <a:xfrm>
            <a:off x="241283" y="1998975"/>
            <a:ext cx="3856500" cy="1152300"/>
          </a:xfrm>
          <a:prstGeom prst="rect">
            <a:avLst/>
          </a:prstGeom>
        </p:spPr>
        <p:txBody>
          <a:bodyPr spcFirstLastPara="1" wrap="square" lIns="91425" tIns="91425" rIns="91425" bIns="91425" anchor="t" anchorCtr="0">
            <a:noAutofit/>
          </a:bodyPr>
          <a:lstStyle/>
          <a:p>
            <a:r>
              <a:rPr lang="en-GB" sz="1200" dirty="0"/>
              <a:t>	They use informal language</a:t>
            </a:r>
          </a:p>
          <a:p>
            <a:endParaRPr lang="en-ID" sz="1200" dirty="0"/>
          </a:p>
          <a:p>
            <a:r>
              <a:rPr lang="en-GB" sz="1200" dirty="0"/>
              <a:t>	Explanation:</a:t>
            </a:r>
            <a:endParaRPr lang="en-ID" sz="1200" dirty="0"/>
          </a:p>
          <a:p>
            <a:r>
              <a:rPr lang="en-GB" sz="1200" dirty="0"/>
              <a:t>	In this dialogue, there are no instruments such as tools or devices involved. However, we can observe the type of language used: informal and casual English, suitable for friendly conversation. They speak naturally, using everyday vocabulary to talk about travel and culture in a relaxed setting.</a:t>
            </a:r>
            <a:endParaRPr lang="en-ID" sz="1200" dirty="0"/>
          </a:p>
          <a:p>
            <a:endParaRPr lang="en-US" sz="1000" dirty="0"/>
          </a:p>
        </p:txBody>
      </p:sp>
      <p:sp>
        <p:nvSpPr>
          <p:cNvPr id="2524" name="Google Shape;2524;p68">
            <a:extLst>
              <a:ext uri="{FF2B5EF4-FFF2-40B4-BE49-F238E27FC236}">
                <a16:creationId xmlns:a16="http://schemas.microsoft.com/office/drawing/2014/main" id="{300CB10E-E5E3-5750-85D9-D9E09A687EC3}"/>
              </a:ext>
            </a:extLst>
          </p:cNvPr>
          <p:cNvSpPr txBox="1">
            <a:spLocks noGrp="1"/>
          </p:cNvSpPr>
          <p:nvPr>
            <p:ph type="title"/>
          </p:nvPr>
        </p:nvSpPr>
        <p:spPr>
          <a:xfrm>
            <a:off x="791750" y="1401801"/>
            <a:ext cx="3856500" cy="5811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dirty="0"/>
              <a:t>Instrumentalities</a:t>
            </a:r>
            <a:endParaRPr dirty="0"/>
          </a:p>
        </p:txBody>
      </p:sp>
      <p:grpSp>
        <p:nvGrpSpPr>
          <p:cNvPr id="2525" name="Google Shape;2525;p68">
            <a:extLst>
              <a:ext uri="{FF2B5EF4-FFF2-40B4-BE49-F238E27FC236}">
                <a16:creationId xmlns:a16="http://schemas.microsoft.com/office/drawing/2014/main" id="{0597180C-F0E5-4C60-EFFB-EC3216393E56}"/>
              </a:ext>
            </a:extLst>
          </p:cNvPr>
          <p:cNvGrpSpPr/>
          <p:nvPr/>
        </p:nvGrpSpPr>
        <p:grpSpPr>
          <a:xfrm>
            <a:off x="4936975" y="1514825"/>
            <a:ext cx="3595070" cy="2336649"/>
            <a:chOff x="4668225" y="1489150"/>
            <a:chExt cx="3595070" cy="2336649"/>
          </a:xfrm>
        </p:grpSpPr>
        <p:sp>
          <p:nvSpPr>
            <p:cNvPr id="2526" name="Google Shape;2526;p68">
              <a:extLst>
                <a:ext uri="{FF2B5EF4-FFF2-40B4-BE49-F238E27FC236}">
                  <a16:creationId xmlns:a16="http://schemas.microsoft.com/office/drawing/2014/main" id="{C63A92A5-844E-A562-0DBD-4704CE991689}"/>
                </a:ext>
              </a:extLst>
            </p:cNvPr>
            <p:cNvSpPr/>
            <p:nvPr/>
          </p:nvSpPr>
          <p:spPr>
            <a:xfrm>
              <a:off x="4932224" y="1489150"/>
              <a:ext cx="3067077" cy="2226734"/>
            </a:xfrm>
            <a:custGeom>
              <a:avLst/>
              <a:gdLst/>
              <a:ahLst/>
              <a:cxnLst/>
              <a:rect l="l" t="t" r="r" b="b"/>
              <a:pathLst>
                <a:path w="80686" h="58579" extrusionOk="0">
                  <a:moveTo>
                    <a:pt x="4018" y="1"/>
                  </a:moveTo>
                  <a:cubicBezTo>
                    <a:pt x="1800" y="1"/>
                    <a:pt x="0" y="1783"/>
                    <a:pt x="0" y="4019"/>
                  </a:cubicBezTo>
                  <a:lnTo>
                    <a:pt x="0" y="54543"/>
                  </a:lnTo>
                  <a:cubicBezTo>
                    <a:pt x="0" y="56779"/>
                    <a:pt x="1800" y="58579"/>
                    <a:pt x="4018" y="58579"/>
                  </a:cubicBezTo>
                  <a:lnTo>
                    <a:pt x="76668" y="58579"/>
                  </a:lnTo>
                  <a:cubicBezTo>
                    <a:pt x="78886" y="58579"/>
                    <a:pt x="80686" y="56779"/>
                    <a:pt x="80686" y="54543"/>
                  </a:cubicBezTo>
                  <a:lnTo>
                    <a:pt x="80686" y="4019"/>
                  </a:lnTo>
                  <a:cubicBezTo>
                    <a:pt x="80686" y="1783"/>
                    <a:pt x="78886" y="1"/>
                    <a:pt x="76668" y="1"/>
                  </a:cubicBezTo>
                  <a:close/>
                </a:path>
              </a:pathLst>
            </a:custGeom>
            <a:solidFill>
              <a:srgbClr val="DCE5E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68">
              <a:extLst>
                <a:ext uri="{FF2B5EF4-FFF2-40B4-BE49-F238E27FC236}">
                  <a16:creationId xmlns:a16="http://schemas.microsoft.com/office/drawing/2014/main" id="{E623DB5F-73DE-F13E-9F8D-2C54E3049014}"/>
                </a:ext>
              </a:extLst>
            </p:cNvPr>
            <p:cNvSpPr/>
            <p:nvPr/>
          </p:nvSpPr>
          <p:spPr>
            <a:xfrm>
              <a:off x="4668225" y="3715867"/>
              <a:ext cx="3595070" cy="109932"/>
            </a:xfrm>
            <a:custGeom>
              <a:avLst/>
              <a:gdLst/>
              <a:ahLst/>
              <a:cxnLst/>
              <a:rect l="l" t="t" r="r" b="b"/>
              <a:pathLst>
                <a:path w="94576" h="2892" extrusionOk="0">
                  <a:moveTo>
                    <a:pt x="0" y="1"/>
                  </a:moveTo>
                  <a:cubicBezTo>
                    <a:pt x="673" y="1728"/>
                    <a:pt x="2345" y="2892"/>
                    <a:pt x="4200" y="2892"/>
                  </a:cubicBezTo>
                  <a:lnTo>
                    <a:pt x="90376" y="2892"/>
                  </a:lnTo>
                  <a:cubicBezTo>
                    <a:pt x="92230" y="2892"/>
                    <a:pt x="93903" y="1728"/>
                    <a:pt x="94576" y="1"/>
                  </a:cubicBezTo>
                  <a:close/>
                </a:path>
              </a:pathLst>
            </a:cu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68">
              <a:extLst>
                <a:ext uri="{FF2B5EF4-FFF2-40B4-BE49-F238E27FC236}">
                  <a16:creationId xmlns:a16="http://schemas.microsoft.com/office/drawing/2014/main" id="{DEF90822-9F29-8668-E002-BA77BBFD05C9}"/>
                </a:ext>
              </a:extLst>
            </p:cNvPr>
            <p:cNvSpPr/>
            <p:nvPr/>
          </p:nvSpPr>
          <p:spPr>
            <a:xfrm>
              <a:off x="6225230" y="3715867"/>
              <a:ext cx="481048" cy="54662"/>
            </a:xfrm>
            <a:custGeom>
              <a:avLst/>
              <a:gdLst/>
              <a:ahLst/>
              <a:cxnLst/>
              <a:rect l="l" t="t" r="r" b="b"/>
              <a:pathLst>
                <a:path w="12655" h="1438" extrusionOk="0">
                  <a:moveTo>
                    <a:pt x="1" y="1"/>
                  </a:moveTo>
                  <a:cubicBezTo>
                    <a:pt x="328" y="855"/>
                    <a:pt x="1165" y="1437"/>
                    <a:pt x="2092" y="1437"/>
                  </a:cubicBezTo>
                  <a:lnTo>
                    <a:pt x="10546" y="1437"/>
                  </a:lnTo>
                  <a:cubicBezTo>
                    <a:pt x="11473" y="1437"/>
                    <a:pt x="12309" y="855"/>
                    <a:pt x="12655"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68">
              <a:extLst>
                <a:ext uri="{FF2B5EF4-FFF2-40B4-BE49-F238E27FC236}">
                  <a16:creationId xmlns:a16="http://schemas.microsoft.com/office/drawing/2014/main" id="{68F041FA-40F2-D849-F73C-6B9A0137B69E}"/>
                </a:ext>
              </a:extLst>
            </p:cNvPr>
            <p:cNvSpPr/>
            <p:nvPr/>
          </p:nvSpPr>
          <p:spPr>
            <a:xfrm>
              <a:off x="4932224" y="1489150"/>
              <a:ext cx="3067077" cy="2226734"/>
            </a:xfrm>
            <a:custGeom>
              <a:avLst/>
              <a:gdLst/>
              <a:ahLst/>
              <a:cxnLst/>
              <a:rect l="l" t="t" r="r" b="b"/>
              <a:pathLst>
                <a:path w="80686" h="58579" extrusionOk="0">
                  <a:moveTo>
                    <a:pt x="4018" y="1"/>
                  </a:moveTo>
                  <a:cubicBezTo>
                    <a:pt x="1800" y="1"/>
                    <a:pt x="0" y="1783"/>
                    <a:pt x="0" y="4019"/>
                  </a:cubicBezTo>
                  <a:lnTo>
                    <a:pt x="0" y="54543"/>
                  </a:lnTo>
                  <a:cubicBezTo>
                    <a:pt x="0" y="56779"/>
                    <a:pt x="1800" y="58579"/>
                    <a:pt x="4018" y="58579"/>
                  </a:cubicBezTo>
                  <a:lnTo>
                    <a:pt x="76668" y="58579"/>
                  </a:lnTo>
                  <a:cubicBezTo>
                    <a:pt x="78886" y="58579"/>
                    <a:pt x="80686" y="56779"/>
                    <a:pt x="80686" y="54543"/>
                  </a:cubicBezTo>
                  <a:lnTo>
                    <a:pt x="80686" y="4019"/>
                  </a:lnTo>
                  <a:cubicBezTo>
                    <a:pt x="80686" y="1783"/>
                    <a:pt x="78886" y="1"/>
                    <a:pt x="76668" y="1"/>
                  </a:cubicBezTo>
                  <a:close/>
                </a:path>
              </a:pathLst>
            </a:cu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68">
              <a:extLst>
                <a:ext uri="{FF2B5EF4-FFF2-40B4-BE49-F238E27FC236}">
                  <a16:creationId xmlns:a16="http://schemas.microsoft.com/office/drawing/2014/main" id="{6AC44527-6F6C-3F81-480A-001BE367CE36}"/>
                </a:ext>
              </a:extLst>
            </p:cNvPr>
            <p:cNvSpPr/>
            <p:nvPr/>
          </p:nvSpPr>
          <p:spPr>
            <a:xfrm>
              <a:off x="6385568" y="1585296"/>
              <a:ext cx="160375" cy="27027"/>
            </a:xfrm>
            <a:custGeom>
              <a:avLst/>
              <a:gdLst/>
              <a:ahLst/>
              <a:cxnLst/>
              <a:rect l="l" t="t" r="r" b="b"/>
              <a:pathLst>
                <a:path w="4219" h="711" extrusionOk="0">
                  <a:moveTo>
                    <a:pt x="346" y="1"/>
                  </a:moveTo>
                  <a:cubicBezTo>
                    <a:pt x="146" y="1"/>
                    <a:pt x="1" y="165"/>
                    <a:pt x="1" y="346"/>
                  </a:cubicBezTo>
                  <a:cubicBezTo>
                    <a:pt x="1" y="546"/>
                    <a:pt x="146" y="692"/>
                    <a:pt x="346" y="710"/>
                  </a:cubicBezTo>
                  <a:lnTo>
                    <a:pt x="3873" y="710"/>
                  </a:lnTo>
                  <a:cubicBezTo>
                    <a:pt x="4073" y="710"/>
                    <a:pt x="4219" y="546"/>
                    <a:pt x="4219" y="346"/>
                  </a:cubicBezTo>
                  <a:cubicBezTo>
                    <a:pt x="4219" y="165"/>
                    <a:pt x="4073" y="1"/>
                    <a:pt x="387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531" name="Google Shape;2531;p68">
            <a:extLst>
              <a:ext uri="{FF2B5EF4-FFF2-40B4-BE49-F238E27FC236}">
                <a16:creationId xmlns:a16="http://schemas.microsoft.com/office/drawing/2014/main" id="{06CD993C-7B4E-E535-0EFD-C2DEC35124A7}"/>
              </a:ext>
            </a:extLst>
          </p:cNvPr>
          <p:cNvPicPr preferRelativeResize="0"/>
          <p:nvPr/>
        </p:nvPicPr>
        <p:blipFill rotWithShape="1">
          <a:blip r:embed="rId3">
            <a:alphaModFix/>
          </a:blip>
          <a:srcRect l="4457" r="3630"/>
          <a:stretch/>
        </p:blipFill>
        <p:spPr>
          <a:xfrm>
            <a:off x="5283223" y="1747300"/>
            <a:ext cx="2902574" cy="1776425"/>
          </a:xfrm>
          <a:prstGeom prst="rect">
            <a:avLst/>
          </a:prstGeom>
          <a:noFill/>
          <a:ln w="19050" cap="flat" cmpd="sng">
            <a:solidFill>
              <a:schemeClr val="dk1"/>
            </a:solidFill>
            <a:prstDash val="solid"/>
            <a:round/>
            <a:headEnd type="none" w="sm" len="sm"/>
            <a:tailEnd type="none" w="sm" len="sm"/>
          </a:ln>
        </p:spPr>
      </p:pic>
      <p:grpSp>
        <p:nvGrpSpPr>
          <p:cNvPr id="2532" name="Google Shape;2532;p68">
            <a:extLst>
              <a:ext uri="{FF2B5EF4-FFF2-40B4-BE49-F238E27FC236}">
                <a16:creationId xmlns:a16="http://schemas.microsoft.com/office/drawing/2014/main" id="{8A5DD032-2CF7-749B-C68D-199D9F0F8CB1}"/>
              </a:ext>
            </a:extLst>
          </p:cNvPr>
          <p:cNvGrpSpPr/>
          <p:nvPr/>
        </p:nvGrpSpPr>
        <p:grpSpPr>
          <a:xfrm flipH="1">
            <a:off x="1393860" y="3970608"/>
            <a:ext cx="871623" cy="751268"/>
            <a:chOff x="1831350" y="1163925"/>
            <a:chExt cx="757670" cy="686842"/>
          </a:xfrm>
        </p:grpSpPr>
        <p:sp>
          <p:nvSpPr>
            <p:cNvPr id="2533" name="Google Shape;2533;p68">
              <a:extLst>
                <a:ext uri="{FF2B5EF4-FFF2-40B4-BE49-F238E27FC236}">
                  <a16:creationId xmlns:a16="http://schemas.microsoft.com/office/drawing/2014/main" id="{77DCF6C3-F999-3090-8505-2C5F4E92A7F8}"/>
                </a:ext>
              </a:extLst>
            </p:cNvPr>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68">
              <a:extLst>
                <a:ext uri="{FF2B5EF4-FFF2-40B4-BE49-F238E27FC236}">
                  <a16:creationId xmlns:a16="http://schemas.microsoft.com/office/drawing/2014/main" id="{7FEA6730-0924-1084-21A1-4B316A56BAC8}"/>
                </a:ext>
              </a:extLst>
            </p:cNvPr>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5" name="Google Shape;2535;p68">
            <a:extLst>
              <a:ext uri="{FF2B5EF4-FFF2-40B4-BE49-F238E27FC236}">
                <a16:creationId xmlns:a16="http://schemas.microsoft.com/office/drawing/2014/main" id="{20DA0B5E-849E-0C52-B629-0376F686E3AC}"/>
              </a:ext>
            </a:extLst>
          </p:cNvPr>
          <p:cNvGrpSpPr/>
          <p:nvPr/>
        </p:nvGrpSpPr>
        <p:grpSpPr>
          <a:xfrm>
            <a:off x="3774919" y="374241"/>
            <a:ext cx="998071" cy="846226"/>
            <a:chOff x="413569" y="784229"/>
            <a:chExt cx="998071" cy="846226"/>
          </a:xfrm>
        </p:grpSpPr>
        <p:sp>
          <p:nvSpPr>
            <p:cNvPr id="2536" name="Google Shape;2536;p68">
              <a:extLst>
                <a:ext uri="{FF2B5EF4-FFF2-40B4-BE49-F238E27FC236}">
                  <a16:creationId xmlns:a16="http://schemas.microsoft.com/office/drawing/2014/main" id="{E88EC126-74C9-9F3A-016C-5869C991E6D1}"/>
                </a:ext>
              </a:extLst>
            </p:cNvPr>
            <p:cNvSpPr/>
            <p:nvPr/>
          </p:nvSpPr>
          <p:spPr>
            <a:xfrm rot="10800000" flipH="1">
              <a:off x="413569"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68">
              <a:extLst>
                <a:ext uri="{FF2B5EF4-FFF2-40B4-BE49-F238E27FC236}">
                  <a16:creationId xmlns:a16="http://schemas.microsoft.com/office/drawing/2014/main" id="{0CA73EC7-4780-D9A7-F470-C85F37DFB339}"/>
                </a:ext>
              </a:extLst>
            </p:cNvPr>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68">
              <a:extLst>
                <a:ext uri="{FF2B5EF4-FFF2-40B4-BE49-F238E27FC236}">
                  <a16:creationId xmlns:a16="http://schemas.microsoft.com/office/drawing/2014/main" id="{CF3B954D-7CEC-8901-1776-D1C1C97CB00A}"/>
                </a:ext>
              </a:extLst>
            </p:cNvPr>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68">
              <a:extLst>
                <a:ext uri="{FF2B5EF4-FFF2-40B4-BE49-F238E27FC236}">
                  <a16:creationId xmlns:a16="http://schemas.microsoft.com/office/drawing/2014/main" id="{6A06365E-B741-D7C8-349D-0EC72B315286}"/>
                </a:ext>
              </a:extLst>
            </p:cNvPr>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68">
              <a:extLst>
                <a:ext uri="{FF2B5EF4-FFF2-40B4-BE49-F238E27FC236}">
                  <a16:creationId xmlns:a16="http://schemas.microsoft.com/office/drawing/2014/main" id="{D20964E7-6271-288D-9B7F-141BAC5B78A5}"/>
                </a:ext>
              </a:extLst>
            </p:cNvPr>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68">
              <a:extLst>
                <a:ext uri="{FF2B5EF4-FFF2-40B4-BE49-F238E27FC236}">
                  <a16:creationId xmlns:a16="http://schemas.microsoft.com/office/drawing/2014/main" id="{049C2DA7-773B-8D5D-C481-D4C0FAE2C4AC}"/>
                </a:ext>
              </a:extLst>
            </p:cNvPr>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68">
              <a:extLst>
                <a:ext uri="{FF2B5EF4-FFF2-40B4-BE49-F238E27FC236}">
                  <a16:creationId xmlns:a16="http://schemas.microsoft.com/office/drawing/2014/main" id="{31A6CC44-4720-B3F4-2572-B6A09A570CB5}"/>
                </a:ext>
              </a:extLst>
            </p:cNvPr>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36488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46">
          <a:extLst>
            <a:ext uri="{FF2B5EF4-FFF2-40B4-BE49-F238E27FC236}">
              <a16:creationId xmlns:a16="http://schemas.microsoft.com/office/drawing/2014/main" id="{70246A2E-5174-83F1-15D5-B9B61722F625}"/>
            </a:ext>
          </a:extLst>
        </p:cNvPr>
        <p:cNvGrpSpPr/>
        <p:nvPr/>
      </p:nvGrpSpPr>
      <p:grpSpPr>
        <a:xfrm>
          <a:off x="0" y="0"/>
          <a:ext cx="0" cy="0"/>
          <a:chOff x="0" y="0"/>
          <a:chExt cx="0" cy="0"/>
        </a:xfrm>
      </p:grpSpPr>
      <p:sp>
        <p:nvSpPr>
          <p:cNvPr id="2547" name="Google Shape;2547;p69">
            <a:extLst>
              <a:ext uri="{FF2B5EF4-FFF2-40B4-BE49-F238E27FC236}">
                <a16:creationId xmlns:a16="http://schemas.microsoft.com/office/drawing/2014/main" id="{D467CC85-9BC1-C444-9834-5987D658887D}"/>
              </a:ext>
            </a:extLst>
          </p:cNvPr>
          <p:cNvSpPr/>
          <p:nvPr/>
        </p:nvSpPr>
        <p:spPr>
          <a:xfrm>
            <a:off x="6016625" y="1140188"/>
            <a:ext cx="24669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69">
            <a:extLst>
              <a:ext uri="{FF2B5EF4-FFF2-40B4-BE49-F238E27FC236}">
                <a16:creationId xmlns:a16="http://schemas.microsoft.com/office/drawing/2014/main" id="{DE868288-5F06-0390-30CB-A4AA8965D39F}"/>
              </a:ext>
            </a:extLst>
          </p:cNvPr>
          <p:cNvSpPr txBox="1">
            <a:spLocks noGrp="1"/>
          </p:cNvSpPr>
          <p:nvPr>
            <p:ph type="title"/>
          </p:nvPr>
        </p:nvSpPr>
        <p:spPr>
          <a:xfrm>
            <a:off x="3859850" y="1267988"/>
            <a:ext cx="4560300" cy="581100"/>
          </a:xfrm>
          <a:prstGeom prst="rect">
            <a:avLst/>
          </a:prstGeom>
        </p:spPr>
        <p:txBody>
          <a:bodyPr spcFirstLastPara="1" wrap="square" lIns="91425" tIns="0" rIns="91425" bIns="91425" anchor="t" anchorCtr="0">
            <a:noAutofit/>
          </a:bodyPr>
          <a:lstStyle/>
          <a:p>
            <a:pPr marL="0" lvl="0" indent="0" algn="r" rtl="0">
              <a:spcBef>
                <a:spcPts val="0"/>
              </a:spcBef>
              <a:spcAft>
                <a:spcPts val="0"/>
              </a:spcAft>
              <a:buNone/>
            </a:pPr>
            <a:r>
              <a:rPr lang="en" dirty="0"/>
              <a:t>Norms</a:t>
            </a:r>
            <a:endParaRPr dirty="0"/>
          </a:p>
        </p:txBody>
      </p:sp>
      <p:sp>
        <p:nvSpPr>
          <p:cNvPr id="2549" name="Google Shape;2549;p69">
            <a:extLst>
              <a:ext uri="{FF2B5EF4-FFF2-40B4-BE49-F238E27FC236}">
                <a16:creationId xmlns:a16="http://schemas.microsoft.com/office/drawing/2014/main" id="{33FA6EBB-C2BE-003A-A1A1-B5D1A91B815F}"/>
              </a:ext>
            </a:extLst>
          </p:cNvPr>
          <p:cNvSpPr txBox="1">
            <a:spLocks noGrp="1"/>
          </p:cNvSpPr>
          <p:nvPr>
            <p:ph type="subTitle" idx="1"/>
          </p:nvPr>
        </p:nvSpPr>
        <p:spPr>
          <a:xfrm>
            <a:off x="3860100" y="1925138"/>
            <a:ext cx="4560300" cy="1152300"/>
          </a:xfrm>
          <a:prstGeom prst="rect">
            <a:avLst/>
          </a:prstGeom>
        </p:spPr>
        <p:txBody>
          <a:bodyPr spcFirstLastPara="1" wrap="square" lIns="91425" tIns="91425" rIns="91425" bIns="91425" anchor="t" anchorCtr="0">
            <a:noAutofit/>
          </a:bodyPr>
          <a:lstStyle/>
          <a:p>
            <a:r>
              <a:rPr lang="en-GB" sz="1400" dirty="0"/>
              <a:t>This conversation occurs because Liam wants information and advice about traveling to Indonesia, and Maya wants to share her knowledge and help him prepare. They communicate politely, take turns speaking, and maintain a friendly and cooperative interaction.</a:t>
            </a:r>
            <a:endParaRPr lang="en-ID" sz="1400" dirty="0"/>
          </a:p>
        </p:txBody>
      </p:sp>
      <p:grpSp>
        <p:nvGrpSpPr>
          <p:cNvPr id="2550" name="Google Shape;2550;p69">
            <a:extLst>
              <a:ext uri="{FF2B5EF4-FFF2-40B4-BE49-F238E27FC236}">
                <a16:creationId xmlns:a16="http://schemas.microsoft.com/office/drawing/2014/main" id="{FBB683E3-0411-EFBF-A1EF-3C020AB7EDAD}"/>
              </a:ext>
            </a:extLst>
          </p:cNvPr>
          <p:cNvGrpSpPr/>
          <p:nvPr/>
        </p:nvGrpSpPr>
        <p:grpSpPr>
          <a:xfrm rot="-5400000">
            <a:off x="695989" y="1582205"/>
            <a:ext cx="3067077" cy="2226734"/>
            <a:chOff x="4932224" y="1489150"/>
            <a:chExt cx="3067077" cy="2226734"/>
          </a:xfrm>
        </p:grpSpPr>
        <p:sp>
          <p:nvSpPr>
            <p:cNvPr id="2551" name="Google Shape;2551;p69">
              <a:extLst>
                <a:ext uri="{FF2B5EF4-FFF2-40B4-BE49-F238E27FC236}">
                  <a16:creationId xmlns:a16="http://schemas.microsoft.com/office/drawing/2014/main" id="{6C340259-B12B-E99D-AD9A-9E14A3DD821F}"/>
                </a:ext>
              </a:extLst>
            </p:cNvPr>
            <p:cNvSpPr/>
            <p:nvPr/>
          </p:nvSpPr>
          <p:spPr>
            <a:xfrm>
              <a:off x="4932224" y="1489150"/>
              <a:ext cx="3067077" cy="2226734"/>
            </a:xfrm>
            <a:custGeom>
              <a:avLst/>
              <a:gdLst/>
              <a:ahLst/>
              <a:cxnLst/>
              <a:rect l="l" t="t" r="r" b="b"/>
              <a:pathLst>
                <a:path w="80686" h="58579" extrusionOk="0">
                  <a:moveTo>
                    <a:pt x="4018" y="1"/>
                  </a:moveTo>
                  <a:cubicBezTo>
                    <a:pt x="1800" y="1"/>
                    <a:pt x="0" y="1783"/>
                    <a:pt x="0" y="4019"/>
                  </a:cubicBezTo>
                  <a:lnTo>
                    <a:pt x="0" y="54543"/>
                  </a:lnTo>
                  <a:cubicBezTo>
                    <a:pt x="0" y="56779"/>
                    <a:pt x="1800" y="58579"/>
                    <a:pt x="4018" y="58579"/>
                  </a:cubicBezTo>
                  <a:lnTo>
                    <a:pt x="76668" y="58579"/>
                  </a:lnTo>
                  <a:cubicBezTo>
                    <a:pt x="78886" y="58579"/>
                    <a:pt x="80686" y="56779"/>
                    <a:pt x="80686" y="54543"/>
                  </a:cubicBezTo>
                  <a:lnTo>
                    <a:pt x="80686" y="4019"/>
                  </a:lnTo>
                  <a:cubicBezTo>
                    <a:pt x="80686" y="1783"/>
                    <a:pt x="78886" y="1"/>
                    <a:pt x="76668" y="1"/>
                  </a:cubicBezTo>
                  <a:close/>
                </a:path>
              </a:pathLst>
            </a:custGeom>
            <a:solidFill>
              <a:srgbClr val="DCE5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69">
              <a:extLst>
                <a:ext uri="{FF2B5EF4-FFF2-40B4-BE49-F238E27FC236}">
                  <a16:creationId xmlns:a16="http://schemas.microsoft.com/office/drawing/2014/main" id="{1A5990C8-3427-00C1-5F16-0F3A3FD18DDE}"/>
                </a:ext>
              </a:extLst>
            </p:cNvPr>
            <p:cNvSpPr/>
            <p:nvPr/>
          </p:nvSpPr>
          <p:spPr>
            <a:xfrm>
              <a:off x="4932224" y="1489150"/>
              <a:ext cx="3067077" cy="2226734"/>
            </a:xfrm>
            <a:custGeom>
              <a:avLst/>
              <a:gdLst/>
              <a:ahLst/>
              <a:cxnLst/>
              <a:rect l="l" t="t" r="r" b="b"/>
              <a:pathLst>
                <a:path w="80686" h="58579" extrusionOk="0">
                  <a:moveTo>
                    <a:pt x="4018" y="1"/>
                  </a:moveTo>
                  <a:cubicBezTo>
                    <a:pt x="1800" y="1"/>
                    <a:pt x="0" y="1783"/>
                    <a:pt x="0" y="4019"/>
                  </a:cubicBezTo>
                  <a:lnTo>
                    <a:pt x="0" y="54543"/>
                  </a:lnTo>
                  <a:cubicBezTo>
                    <a:pt x="0" y="56779"/>
                    <a:pt x="1800" y="58579"/>
                    <a:pt x="4018" y="58579"/>
                  </a:cubicBezTo>
                  <a:lnTo>
                    <a:pt x="76668" y="58579"/>
                  </a:lnTo>
                  <a:cubicBezTo>
                    <a:pt x="78886" y="58579"/>
                    <a:pt x="80686" y="56779"/>
                    <a:pt x="80686" y="54543"/>
                  </a:cubicBezTo>
                  <a:lnTo>
                    <a:pt x="80686" y="4019"/>
                  </a:lnTo>
                  <a:cubicBezTo>
                    <a:pt x="80686" y="1783"/>
                    <a:pt x="78886" y="1"/>
                    <a:pt x="76668" y="1"/>
                  </a:cubicBezTo>
                  <a:close/>
                </a:path>
              </a:pathLst>
            </a:cu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69">
              <a:extLst>
                <a:ext uri="{FF2B5EF4-FFF2-40B4-BE49-F238E27FC236}">
                  <a16:creationId xmlns:a16="http://schemas.microsoft.com/office/drawing/2014/main" id="{F52B8F74-66CB-C4B5-8282-00391D977EF3}"/>
                </a:ext>
              </a:extLst>
            </p:cNvPr>
            <p:cNvSpPr/>
            <p:nvPr/>
          </p:nvSpPr>
          <p:spPr>
            <a:xfrm rot="5400000">
              <a:off x="7795268" y="2589008"/>
              <a:ext cx="160375" cy="27027"/>
            </a:xfrm>
            <a:custGeom>
              <a:avLst/>
              <a:gdLst/>
              <a:ahLst/>
              <a:cxnLst/>
              <a:rect l="l" t="t" r="r" b="b"/>
              <a:pathLst>
                <a:path w="4219" h="711" extrusionOk="0">
                  <a:moveTo>
                    <a:pt x="346" y="1"/>
                  </a:moveTo>
                  <a:cubicBezTo>
                    <a:pt x="146" y="1"/>
                    <a:pt x="1" y="165"/>
                    <a:pt x="1" y="346"/>
                  </a:cubicBezTo>
                  <a:cubicBezTo>
                    <a:pt x="1" y="546"/>
                    <a:pt x="146" y="692"/>
                    <a:pt x="346" y="710"/>
                  </a:cubicBezTo>
                  <a:lnTo>
                    <a:pt x="3873" y="710"/>
                  </a:lnTo>
                  <a:cubicBezTo>
                    <a:pt x="4073" y="710"/>
                    <a:pt x="4219" y="546"/>
                    <a:pt x="4219" y="346"/>
                  </a:cubicBezTo>
                  <a:cubicBezTo>
                    <a:pt x="4219" y="165"/>
                    <a:pt x="4073" y="1"/>
                    <a:pt x="38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554" name="Google Shape;2554;p69">
            <a:extLst>
              <a:ext uri="{FF2B5EF4-FFF2-40B4-BE49-F238E27FC236}">
                <a16:creationId xmlns:a16="http://schemas.microsoft.com/office/drawing/2014/main" id="{A04A3984-B1A1-0461-20E1-C4AFBFF4B95E}"/>
              </a:ext>
            </a:extLst>
          </p:cNvPr>
          <p:cNvPicPr preferRelativeResize="0"/>
          <p:nvPr/>
        </p:nvPicPr>
        <p:blipFill rotWithShape="1">
          <a:blip r:embed="rId3">
            <a:alphaModFix/>
          </a:blip>
          <a:srcRect l="27724" r="27724"/>
          <a:stretch/>
        </p:blipFill>
        <p:spPr>
          <a:xfrm>
            <a:off x="1213925" y="1412875"/>
            <a:ext cx="2059500" cy="2600325"/>
          </a:xfrm>
          <a:prstGeom prst="rect">
            <a:avLst/>
          </a:prstGeom>
          <a:noFill/>
          <a:ln w="19050" cap="flat" cmpd="sng">
            <a:solidFill>
              <a:schemeClr val="dk1"/>
            </a:solidFill>
            <a:prstDash val="solid"/>
            <a:round/>
            <a:headEnd type="none" w="sm" len="sm"/>
            <a:tailEnd type="none" w="sm" len="sm"/>
          </a:ln>
        </p:spPr>
      </p:pic>
      <p:grpSp>
        <p:nvGrpSpPr>
          <p:cNvPr id="2555" name="Google Shape;2555;p69">
            <a:extLst>
              <a:ext uri="{FF2B5EF4-FFF2-40B4-BE49-F238E27FC236}">
                <a16:creationId xmlns:a16="http://schemas.microsoft.com/office/drawing/2014/main" id="{66E246EE-AA5D-7CAA-BD3A-7A80C3F9B17A}"/>
              </a:ext>
            </a:extLst>
          </p:cNvPr>
          <p:cNvGrpSpPr/>
          <p:nvPr/>
        </p:nvGrpSpPr>
        <p:grpSpPr>
          <a:xfrm flipH="1">
            <a:off x="4205810" y="3702258"/>
            <a:ext cx="871623" cy="751268"/>
            <a:chOff x="1831350" y="1163925"/>
            <a:chExt cx="757670" cy="686842"/>
          </a:xfrm>
        </p:grpSpPr>
        <p:sp>
          <p:nvSpPr>
            <p:cNvPr id="2556" name="Google Shape;2556;p69">
              <a:extLst>
                <a:ext uri="{FF2B5EF4-FFF2-40B4-BE49-F238E27FC236}">
                  <a16:creationId xmlns:a16="http://schemas.microsoft.com/office/drawing/2014/main" id="{214EAEB0-724C-8617-8FD8-E52CBFD87F0B}"/>
                </a:ext>
              </a:extLst>
            </p:cNvPr>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69">
              <a:extLst>
                <a:ext uri="{FF2B5EF4-FFF2-40B4-BE49-F238E27FC236}">
                  <a16:creationId xmlns:a16="http://schemas.microsoft.com/office/drawing/2014/main" id="{90ACA5E2-0655-1614-4229-505495C41393}"/>
                </a:ext>
              </a:extLst>
            </p:cNvPr>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8" name="Google Shape;2558;p69">
            <a:extLst>
              <a:ext uri="{FF2B5EF4-FFF2-40B4-BE49-F238E27FC236}">
                <a16:creationId xmlns:a16="http://schemas.microsoft.com/office/drawing/2014/main" id="{DE4D13E0-EC55-4D69-43FA-FF964539AEBD}"/>
              </a:ext>
            </a:extLst>
          </p:cNvPr>
          <p:cNvGrpSpPr/>
          <p:nvPr/>
        </p:nvGrpSpPr>
        <p:grpSpPr>
          <a:xfrm>
            <a:off x="4468094" y="819916"/>
            <a:ext cx="998071" cy="846226"/>
            <a:chOff x="413569" y="784229"/>
            <a:chExt cx="998071" cy="846226"/>
          </a:xfrm>
        </p:grpSpPr>
        <p:sp>
          <p:nvSpPr>
            <p:cNvPr id="2559" name="Google Shape;2559;p69">
              <a:extLst>
                <a:ext uri="{FF2B5EF4-FFF2-40B4-BE49-F238E27FC236}">
                  <a16:creationId xmlns:a16="http://schemas.microsoft.com/office/drawing/2014/main" id="{6A51AAC5-97A2-2954-B930-CFA439469129}"/>
                </a:ext>
              </a:extLst>
            </p:cNvPr>
            <p:cNvSpPr/>
            <p:nvPr/>
          </p:nvSpPr>
          <p:spPr>
            <a:xfrm rot="10800000" flipH="1">
              <a:off x="413569"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69">
              <a:extLst>
                <a:ext uri="{FF2B5EF4-FFF2-40B4-BE49-F238E27FC236}">
                  <a16:creationId xmlns:a16="http://schemas.microsoft.com/office/drawing/2014/main" id="{A4FED21D-6953-1858-830A-90797D729708}"/>
                </a:ext>
              </a:extLst>
            </p:cNvPr>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69">
              <a:extLst>
                <a:ext uri="{FF2B5EF4-FFF2-40B4-BE49-F238E27FC236}">
                  <a16:creationId xmlns:a16="http://schemas.microsoft.com/office/drawing/2014/main" id="{80FB7C9F-0B3E-BA07-3028-CD0842402762}"/>
                </a:ext>
              </a:extLst>
            </p:cNvPr>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69">
              <a:extLst>
                <a:ext uri="{FF2B5EF4-FFF2-40B4-BE49-F238E27FC236}">
                  <a16:creationId xmlns:a16="http://schemas.microsoft.com/office/drawing/2014/main" id="{C5234FC2-9F03-875F-9ED8-1244756A93D3}"/>
                </a:ext>
              </a:extLst>
            </p:cNvPr>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69">
              <a:extLst>
                <a:ext uri="{FF2B5EF4-FFF2-40B4-BE49-F238E27FC236}">
                  <a16:creationId xmlns:a16="http://schemas.microsoft.com/office/drawing/2014/main" id="{BF8490B7-169E-3B6B-B745-F3DC9A1DF635}"/>
                </a:ext>
              </a:extLst>
            </p:cNvPr>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69">
              <a:extLst>
                <a:ext uri="{FF2B5EF4-FFF2-40B4-BE49-F238E27FC236}">
                  <a16:creationId xmlns:a16="http://schemas.microsoft.com/office/drawing/2014/main" id="{915F04EB-E21E-F0E9-A347-60B9D23F57E7}"/>
                </a:ext>
              </a:extLst>
            </p:cNvPr>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69">
              <a:extLst>
                <a:ext uri="{FF2B5EF4-FFF2-40B4-BE49-F238E27FC236}">
                  <a16:creationId xmlns:a16="http://schemas.microsoft.com/office/drawing/2014/main" id="{6CA4B533-3D25-54E2-2F98-9E919DE80B89}"/>
                </a:ext>
              </a:extLst>
            </p:cNvPr>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4657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69">
          <a:extLst>
            <a:ext uri="{FF2B5EF4-FFF2-40B4-BE49-F238E27FC236}">
              <a16:creationId xmlns:a16="http://schemas.microsoft.com/office/drawing/2014/main" id="{33AF46E4-40FA-DF71-C7E5-95E0970B14EB}"/>
            </a:ext>
          </a:extLst>
        </p:cNvPr>
        <p:cNvGrpSpPr/>
        <p:nvPr/>
      </p:nvGrpSpPr>
      <p:grpSpPr>
        <a:xfrm>
          <a:off x="0" y="0"/>
          <a:ext cx="0" cy="0"/>
          <a:chOff x="0" y="0"/>
          <a:chExt cx="0" cy="0"/>
        </a:xfrm>
      </p:grpSpPr>
      <p:grpSp>
        <p:nvGrpSpPr>
          <p:cNvPr id="2570" name="Google Shape;2570;p70">
            <a:extLst>
              <a:ext uri="{FF2B5EF4-FFF2-40B4-BE49-F238E27FC236}">
                <a16:creationId xmlns:a16="http://schemas.microsoft.com/office/drawing/2014/main" id="{A812C0EF-8D11-BE76-0D6B-B609B4BA26EB}"/>
              </a:ext>
            </a:extLst>
          </p:cNvPr>
          <p:cNvGrpSpPr/>
          <p:nvPr/>
        </p:nvGrpSpPr>
        <p:grpSpPr>
          <a:xfrm>
            <a:off x="5662700" y="1150475"/>
            <a:ext cx="1621200" cy="3051300"/>
            <a:chOff x="5767050" y="1046100"/>
            <a:chExt cx="1621200" cy="3051300"/>
          </a:xfrm>
        </p:grpSpPr>
        <p:sp>
          <p:nvSpPr>
            <p:cNvPr id="2571" name="Google Shape;2571;p70">
              <a:extLst>
                <a:ext uri="{FF2B5EF4-FFF2-40B4-BE49-F238E27FC236}">
                  <a16:creationId xmlns:a16="http://schemas.microsoft.com/office/drawing/2014/main" id="{A3704E22-FB41-4685-F179-4AEFE133630D}"/>
                </a:ext>
              </a:extLst>
            </p:cNvPr>
            <p:cNvSpPr/>
            <p:nvPr/>
          </p:nvSpPr>
          <p:spPr>
            <a:xfrm>
              <a:off x="5767050" y="1046100"/>
              <a:ext cx="1621200" cy="3051300"/>
            </a:xfrm>
            <a:prstGeom prst="roundRect">
              <a:avLst>
                <a:gd name="adj" fmla="val 11919"/>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70">
              <a:extLst>
                <a:ext uri="{FF2B5EF4-FFF2-40B4-BE49-F238E27FC236}">
                  <a16:creationId xmlns:a16="http://schemas.microsoft.com/office/drawing/2014/main" id="{51E60DD2-FBF5-928A-BB8C-2889789BCD14}"/>
                </a:ext>
              </a:extLst>
            </p:cNvPr>
            <p:cNvSpPr/>
            <p:nvPr/>
          </p:nvSpPr>
          <p:spPr>
            <a:xfrm>
              <a:off x="6455352" y="1177100"/>
              <a:ext cx="244597" cy="27025"/>
            </a:xfrm>
            <a:custGeom>
              <a:avLst/>
              <a:gdLst/>
              <a:ahLst/>
              <a:cxnLst/>
              <a:rect l="l" t="t" r="r" b="b"/>
              <a:pathLst>
                <a:path w="4219" h="711" extrusionOk="0">
                  <a:moveTo>
                    <a:pt x="346" y="1"/>
                  </a:moveTo>
                  <a:cubicBezTo>
                    <a:pt x="146" y="1"/>
                    <a:pt x="1" y="165"/>
                    <a:pt x="1" y="346"/>
                  </a:cubicBezTo>
                  <a:cubicBezTo>
                    <a:pt x="1" y="546"/>
                    <a:pt x="146" y="692"/>
                    <a:pt x="346" y="710"/>
                  </a:cubicBezTo>
                  <a:lnTo>
                    <a:pt x="3873" y="710"/>
                  </a:lnTo>
                  <a:cubicBezTo>
                    <a:pt x="4073" y="710"/>
                    <a:pt x="4219" y="546"/>
                    <a:pt x="4219" y="346"/>
                  </a:cubicBezTo>
                  <a:cubicBezTo>
                    <a:pt x="4219" y="165"/>
                    <a:pt x="4073" y="1"/>
                    <a:pt x="38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70">
              <a:extLst>
                <a:ext uri="{FF2B5EF4-FFF2-40B4-BE49-F238E27FC236}">
                  <a16:creationId xmlns:a16="http://schemas.microsoft.com/office/drawing/2014/main" id="{9034045B-C8F1-3F5E-4679-4324330CDD0C}"/>
                </a:ext>
              </a:extLst>
            </p:cNvPr>
            <p:cNvSpPr/>
            <p:nvPr/>
          </p:nvSpPr>
          <p:spPr>
            <a:xfrm>
              <a:off x="6496650" y="3871913"/>
              <a:ext cx="162000" cy="1620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74" name="Google Shape;2574;p70">
            <a:extLst>
              <a:ext uri="{FF2B5EF4-FFF2-40B4-BE49-F238E27FC236}">
                <a16:creationId xmlns:a16="http://schemas.microsoft.com/office/drawing/2014/main" id="{61FCEB6A-48DF-CE12-5B64-6FD8EFDDB8A5}"/>
              </a:ext>
            </a:extLst>
          </p:cNvPr>
          <p:cNvSpPr/>
          <p:nvPr/>
        </p:nvSpPr>
        <p:spPr>
          <a:xfrm>
            <a:off x="691650" y="1742200"/>
            <a:ext cx="26388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70">
            <a:extLst>
              <a:ext uri="{FF2B5EF4-FFF2-40B4-BE49-F238E27FC236}">
                <a16:creationId xmlns:a16="http://schemas.microsoft.com/office/drawing/2014/main" id="{9BCB21BA-2CCC-C699-D6EC-C7D017A46864}"/>
              </a:ext>
            </a:extLst>
          </p:cNvPr>
          <p:cNvSpPr txBox="1">
            <a:spLocks noGrp="1"/>
          </p:cNvSpPr>
          <p:nvPr>
            <p:ph type="title"/>
          </p:nvPr>
        </p:nvSpPr>
        <p:spPr>
          <a:xfrm>
            <a:off x="789919" y="1912440"/>
            <a:ext cx="3856500" cy="5811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sz="2400" dirty="0"/>
              <a:t>Genre</a:t>
            </a:r>
            <a:endParaRPr sz="2400" dirty="0"/>
          </a:p>
        </p:txBody>
      </p:sp>
      <p:sp>
        <p:nvSpPr>
          <p:cNvPr id="2576" name="Google Shape;2576;p70">
            <a:extLst>
              <a:ext uri="{FF2B5EF4-FFF2-40B4-BE49-F238E27FC236}">
                <a16:creationId xmlns:a16="http://schemas.microsoft.com/office/drawing/2014/main" id="{802FB006-2A8F-DBDE-7A80-0F1DDE2DFFC2}"/>
              </a:ext>
            </a:extLst>
          </p:cNvPr>
          <p:cNvSpPr txBox="1">
            <a:spLocks noGrp="1"/>
          </p:cNvSpPr>
          <p:nvPr>
            <p:ph type="subTitle" idx="1"/>
          </p:nvPr>
        </p:nvSpPr>
        <p:spPr>
          <a:xfrm>
            <a:off x="193206" y="2456366"/>
            <a:ext cx="3856500" cy="1152300"/>
          </a:xfrm>
          <a:prstGeom prst="rect">
            <a:avLst/>
          </a:prstGeom>
        </p:spPr>
        <p:txBody>
          <a:bodyPr spcFirstLastPara="1" wrap="square" lIns="91425" tIns="91425" rIns="91425" bIns="91425" anchor="t" anchorCtr="0">
            <a:noAutofit/>
          </a:bodyPr>
          <a:lstStyle/>
          <a:p>
            <a:r>
              <a:rPr lang="en-GB" sz="1400" dirty="0"/>
              <a:t>	This dialogue is talking about travel experiences and travel planning</a:t>
            </a:r>
            <a:endParaRPr lang="en-ID" sz="1400" dirty="0"/>
          </a:p>
        </p:txBody>
      </p:sp>
      <p:pic>
        <p:nvPicPr>
          <p:cNvPr id="2577" name="Google Shape;2577;p70">
            <a:extLst>
              <a:ext uri="{FF2B5EF4-FFF2-40B4-BE49-F238E27FC236}">
                <a16:creationId xmlns:a16="http://schemas.microsoft.com/office/drawing/2014/main" id="{6F6E63C3-6E69-4D21-752B-CCAE42C99EEB}"/>
              </a:ext>
            </a:extLst>
          </p:cNvPr>
          <p:cNvPicPr preferRelativeResize="0"/>
          <p:nvPr/>
        </p:nvPicPr>
        <p:blipFill rotWithShape="1">
          <a:blip r:embed="rId3">
            <a:alphaModFix/>
          </a:blip>
          <a:srcRect l="4063" t="1560" r="62577" b="-1560"/>
          <a:stretch/>
        </p:blipFill>
        <p:spPr>
          <a:xfrm>
            <a:off x="5739875" y="1439462"/>
            <a:ext cx="1466851" cy="2473326"/>
          </a:xfrm>
          <a:prstGeom prst="rect">
            <a:avLst/>
          </a:prstGeom>
          <a:noFill/>
          <a:ln w="19050" cap="flat" cmpd="sng">
            <a:solidFill>
              <a:schemeClr val="dk1"/>
            </a:solidFill>
            <a:prstDash val="solid"/>
            <a:round/>
            <a:headEnd type="none" w="sm" len="sm"/>
            <a:tailEnd type="none" w="sm" len="sm"/>
          </a:ln>
        </p:spPr>
      </p:pic>
      <p:grpSp>
        <p:nvGrpSpPr>
          <p:cNvPr id="2578" name="Google Shape;2578;p70">
            <a:extLst>
              <a:ext uri="{FF2B5EF4-FFF2-40B4-BE49-F238E27FC236}">
                <a16:creationId xmlns:a16="http://schemas.microsoft.com/office/drawing/2014/main" id="{E2D71BF1-CA9F-2532-F3A0-EC0B36A5549D}"/>
              </a:ext>
            </a:extLst>
          </p:cNvPr>
          <p:cNvGrpSpPr/>
          <p:nvPr/>
        </p:nvGrpSpPr>
        <p:grpSpPr>
          <a:xfrm>
            <a:off x="7773110" y="2451108"/>
            <a:ext cx="871623" cy="751268"/>
            <a:chOff x="1831350" y="1163925"/>
            <a:chExt cx="757670" cy="686842"/>
          </a:xfrm>
        </p:grpSpPr>
        <p:sp>
          <p:nvSpPr>
            <p:cNvPr id="2579" name="Google Shape;2579;p70">
              <a:extLst>
                <a:ext uri="{FF2B5EF4-FFF2-40B4-BE49-F238E27FC236}">
                  <a16:creationId xmlns:a16="http://schemas.microsoft.com/office/drawing/2014/main" id="{8E0826F7-A627-985A-DCC5-3A016F756A52}"/>
                </a:ext>
              </a:extLst>
            </p:cNvPr>
            <p:cNvSpPr/>
            <p:nvPr/>
          </p:nvSpPr>
          <p:spPr>
            <a:xfrm rot="10800000" flipH="1">
              <a:off x="1831350" y="1163925"/>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70">
              <a:extLst>
                <a:ext uri="{FF2B5EF4-FFF2-40B4-BE49-F238E27FC236}">
                  <a16:creationId xmlns:a16="http://schemas.microsoft.com/office/drawing/2014/main" id="{974807FC-8792-E4CC-BD9A-0759E0B371BC}"/>
                </a:ext>
              </a:extLst>
            </p:cNvPr>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1" name="Google Shape;2581;p70">
            <a:extLst>
              <a:ext uri="{FF2B5EF4-FFF2-40B4-BE49-F238E27FC236}">
                <a16:creationId xmlns:a16="http://schemas.microsoft.com/office/drawing/2014/main" id="{F280025E-E98D-0894-C8F3-68B61786F0BE}"/>
              </a:ext>
            </a:extLst>
          </p:cNvPr>
          <p:cNvGrpSpPr/>
          <p:nvPr/>
        </p:nvGrpSpPr>
        <p:grpSpPr>
          <a:xfrm flipH="1">
            <a:off x="4049706" y="1150466"/>
            <a:ext cx="998071" cy="846226"/>
            <a:chOff x="413569" y="784229"/>
            <a:chExt cx="998071" cy="846226"/>
          </a:xfrm>
        </p:grpSpPr>
        <p:sp>
          <p:nvSpPr>
            <p:cNvPr id="2582" name="Google Shape;2582;p70">
              <a:extLst>
                <a:ext uri="{FF2B5EF4-FFF2-40B4-BE49-F238E27FC236}">
                  <a16:creationId xmlns:a16="http://schemas.microsoft.com/office/drawing/2014/main" id="{FDDE9CC5-3B81-613F-F847-9E2820341BFD}"/>
                </a:ext>
              </a:extLst>
            </p:cNvPr>
            <p:cNvSpPr/>
            <p:nvPr/>
          </p:nvSpPr>
          <p:spPr>
            <a:xfrm rot="10800000" flipH="1">
              <a:off x="413569"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70">
              <a:extLst>
                <a:ext uri="{FF2B5EF4-FFF2-40B4-BE49-F238E27FC236}">
                  <a16:creationId xmlns:a16="http://schemas.microsoft.com/office/drawing/2014/main" id="{1EDCBC11-5629-3816-090E-BADA1D76979D}"/>
                </a:ext>
              </a:extLst>
            </p:cNvPr>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70">
              <a:extLst>
                <a:ext uri="{FF2B5EF4-FFF2-40B4-BE49-F238E27FC236}">
                  <a16:creationId xmlns:a16="http://schemas.microsoft.com/office/drawing/2014/main" id="{BD20FEB6-28DD-11C6-4D34-2B5B4C976C7B}"/>
                </a:ext>
              </a:extLst>
            </p:cNvPr>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70">
              <a:extLst>
                <a:ext uri="{FF2B5EF4-FFF2-40B4-BE49-F238E27FC236}">
                  <a16:creationId xmlns:a16="http://schemas.microsoft.com/office/drawing/2014/main" id="{130A1FF7-3967-A44F-B83A-A92EAB52BE23}"/>
                </a:ext>
              </a:extLst>
            </p:cNvPr>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70">
              <a:extLst>
                <a:ext uri="{FF2B5EF4-FFF2-40B4-BE49-F238E27FC236}">
                  <a16:creationId xmlns:a16="http://schemas.microsoft.com/office/drawing/2014/main" id="{A87BB551-D241-3990-4007-A2BC3F0D5923}"/>
                </a:ext>
              </a:extLst>
            </p:cNvPr>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70">
              <a:extLst>
                <a:ext uri="{FF2B5EF4-FFF2-40B4-BE49-F238E27FC236}">
                  <a16:creationId xmlns:a16="http://schemas.microsoft.com/office/drawing/2014/main" id="{4702A4EB-24F7-D33B-547F-D94AC4261DA9}"/>
                </a:ext>
              </a:extLst>
            </p:cNvPr>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70">
              <a:extLst>
                <a:ext uri="{FF2B5EF4-FFF2-40B4-BE49-F238E27FC236}">
                  <a16:creationId xmlns:a16="http://schemas.microsoft.com/office/drawing/2014/main" id="{78C54E64-E82D-1DB2-8BB2-F4E539D6019C}"/>
                </a:ext>
              </a:extLst>
            </p:cNvPr>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300079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67">
          <a:extLst>
            <a:ext uri="{FF2B5EF4-FFF2-40B4-BE49-F238E27FC236}">
              <a16:creationId xmlns:a16="http://schemas.microsoft.com/office/drawing/2014/main" id="{E4C2BBDA-0654-923A-6D9F-7FAE80AED71A}"/>
            </a:ext>
          </a:extLst>
        </p:cNvPr>
        <p:cNvGrpSpPr/>
        <p:nvPr/>
      </p:nvGrpSpPr>
      <p:grpSpPr>
        <a:xfrm>
          <a:off x="0" y="0"/>
          <a:ext cx="0" cy="0"/>
          <a:chOff x="0" y="0"/>
          <a:chExt cx="0" cy="0"/>
        </a:xfrm>
      </p:grpSpPr>
      <p:sp>
        <p:nvSpPr>
          <p:cNvPr id="2768" name="Google Shape;2768;p75">
            <a:extLst>
              <a:ext uri="{FF2B5EF4-FFF2-40B4-BE49-F238E27FC236}">
                <a16:creationId xmlns:a16="http://schemas.microsoft.com/office/drawing/2014/main" id="{806287BE-04C4-6B97-57A8-342D72008EA7}"/>
              </a:ext>
            </a:extLst>
          </p:cNvPr>
          <p:cNvSpPr/>
          <p:nvPr/>
        </p:nvSpPr>
        <p:spPr>
          <a:xfrm>
            <a:off x="629350" y="1190215"/>
            <a:ext cx="5808000" cy="7089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75">
            <a:extLst>
              <a:ext uri="{FF2B5EF4-FFF2-40B4-BE49-F238E27FC236}">
                <a16:creationId xmlns:a16="http://schemas.microsoft.com/office/drawing/2014/main" id="{E88489F6-09D1-35AE-DC92-DDCA53F4CD4C}"/>
              </a:ext>
            </a:extLst>
          </p:cNvPr>
          <p:cNvSpPr txBox="1">
            <a:spLocks noGrp="1"/>
          </p:cNvSpPr>
          <p:nvPr>
            <p:ph type="title"/>
          </p:nvPr>
        </p:nvSpPr>
        <p:spPr>
          <a:xfrm>
            <a:off x="715550" y="1318165"/>
            <a:ext cx="5682000" cy="5811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dirty="0"/>
              <a:t>Conclusion</a:t>
            </a:r>
            <a:endParaRPr dirty="0"/>
          </a:p>
        </p:txBody>
      </p:sp>
      <p:sp>
        <p:nvSpPr>
          <p:cNvPr id="2770" name="Google Shape;2770;p75">
            <a:extLst>
              <a:ext uri="{FF2B5EF4-FFF2-40B4-BE49-F238E27FC236}">
                <a16:creationId xmlns:a16="http://schemas.microsoft.com/office/drawing/2014/main" id="{104C3DA2-3FF7-27EF-E5DF-9835F69EE5F1}"/>
              </a:ext>
            </a:extLst>
          </p:cNvPr>
          <p:cNvSpPr txBox="1">
            <a:spLocks noGrp="1"/>
          </p:cNvSpPr>
          <p:nvPr>
            <p:ph type="subTitle" idx="1"/>
          </p:nvPr>
        </p:nvSpPr>
        <p:spPr>
          <a:xfrm>
            <a:off x="715550" y="2053681"/>
            <a:ext cx="5682000" cy="1152300"/>
          </a:xfrm>
          <a:prstGeom prst="rect">
            <a:avLst/>
          </a:prstGeom>
        </p:spPr>
        <p:txBody>
          <a:bodyPr spcFirstLastPara="1" wrap="square" lIns="91425" tIns="91425" rIns="91425" bIns="91425" anchor="t" anchorCtr="0">
            <a:noAutofit/>
          </a:bodyPr>
          <a:lstStyle/>
          <a:p>
            <a:pPr marL="0" lvl="0" indent="0">
              <a:buSzPts val="1100"/>
            </a:pPr>
            <a:r>
              <a:rPr lang="en-US" sz="1400" dirty="0"/>
              <a:t>The conversation forms a clear and cohesive speech event with a friendly, informal tone. All SPEAKING components support effective communication: a relaxed café setting, friendly participants, the purpose of sharing travel information, and a natural flow of dialogue. The tone is supportive, the language is informal with cultural phrases, and the norms show polite turn-taking. The genre is a casual travel-related conversation, demonstrating how social context shapes meaning.</a:t>
            </a:r>
            <a:endParaRPr sz="1400" dirty="0"/>
          </a:p>
        </p:txBody>
      </p:sp>
      <p:sp>
        <p:nvSpPr>
          <p:cNvPr id="2771" name="Google Shape;2771;p75">
            <a:extLst>
              <a:ext uri="{FF2B5EF4-FFF2-40B4-BE49-F238E27FC236}">
                <a16:creationId xmlns:a16="http://schemas.microsoft.com/office/drawing/2014/main" id="{43C3058F-45E4-02AC-F618-0E1F15652DBF}"/>
              </a:ext>
            </a:extLst>
          </p:cNvPr>
          <p:cNvSpPr/>
          <p:nvPr/>
        </p:nvSpPr>
        <p:spPr>
          <a:xfrm rot="-7594430">
            <a:off x="5783934" y="3818288"/>
            <a:ext cx="557347" cy="420725"/>
          </a:xfrm>
          <a:prstGeom prst="rightArrow">
            <a:avLst>
              <a:gd name="adj1" fmla="val 21312"/>
              <a:gd name="adj2" fmla="val 94987"/>
            </a:avLst>
          </a:pr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72" name="Google Shape;2772;p75">
            <a:extLst>
              <a:ext uri="{FF2B5EF4-FFF2-40B4-BE49-F238E27FC236}">
                <a16:creationId xmlns:a16="http://schemas.microsoft.com/office/drawing/2014/main" id="{20F99528-5270-9497-9A6C-AAC3809468DC}"/>
              </a:ext>
            </a:extLst>
          </p:cNvPr>
          <p:cNvGrpSpPr/>
          <p:nvPr/>
        </p:nvGrpSpPr>
        <p:grpSpPr>
          <a:xfrm>
            <a:off x="6921969" y="609566"/>
            <a:ext cx="998071" cy="846226"/>
            <a:chOff x="413569" y="784229"/>
            <a:chExt cx="998071" cy="846226"/>
          </a:xfrm>
        </p:grpSpPr>
        <p:sp>
          <p:nvSpPr>
            <p:cNvPr id="2773" name="Google Shape;2773;p75">
              <a:extLst>
                <a:ext uri="{FF2B5EF4-FFF2-40B4-BE49-F238E27FC236}">
                  <a16:creationId xmlns:a16="http://schemas.microsoft.com/office/drawing/2014/main" id="{CD4A151C-893F-30D6-FBE3-6F4292164CD6}"/>
                </a:ext>
              </a:extLst>
            </p:cNvPr>
            <p:cNvSpPr/>
            <p:nvPr/>
          </p:nvSpPr>
          <p:spPr>
            <a:xfrm rot="10800000" flipH="1">
              <a:off x="413569"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75">
              <a:extLst>
                <a:ext uri="{FF2B5EF4-FFF2-40B4-BE49-F238E27FC236}">
                  <a16:creationId xmlns:a16="http://schemas.microsoft.com/office/drawing/2014/main" id="{D0CA420E-C630-0AC8-090B-2E32878394AF}"/>
                </a:ext>
              </a:extLst>
            </p:cNvPr>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75">
              <a:extLst>
                <a:ext uri="{FF2B5EF4-FFF2-40B4-BE49-F238E27FC236}">
                  <a16:creationId xmlns:a16="http://schemas.microsoft.com/office/drawing/2014/main" id="{8BD207C3-B23E-51B9-4D79-2C57B0A60B1A}"/>
                </a:ext>
              </a:extLst>
            </p:cNvPr>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75">
              <a:extLst>
                <a:ext uri="{FF2B5EF4-FFF2-40B4-BE49-F238E27FC236}">
                  <a16:creationId xmlns:a16="http://schemas.microsoft.com/office/drawing/2014/main" id="{83EF9DE3-76E1-6315-D4CC-A4B2D2203D30}"/>
                </a:ext>
              </a:extLst>
            </p:cNvPr>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75">
              <a:extLst>
                <a:ext uri="{FF2B5EF4-FFF2-40B4-BE49-F238E27FC236}">
                  <a16:creationId xmlns:a16="http://schemas.microsoft.com/office/drawing/2014/main" id="{8B0BE8E8-4E0C-CE7A-E3B5-4DA357413453}"/>
                </a:ext>
              </a:extLst>
            </p:cNvPr>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75">
              <a:extLst>
                <a:ext uri="{FF2B5EF4-FFF2-40B4-BE49-F238E27FC236}">
                  <a16:creationId xmlns:a16="http://schemas.microsoft.com/office/drawing/2014/main" id="{5154ED00-D210-65BD-BEA9-9CF886A4DED0}"/>
                </a:ext>
              </a:extLst>
            </p:cNvPr>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75">
              <a:extLst>
                <a:ext uri="{FF2B5EF4-FFF2-40B4-BE49-F238E27FC236}">
                  <a16:creationId xmlns:a16="http://schemas.microsoft.com/office/drawing/2014/main" id="{F6770F54-C18F-6577-7149-6A2CBE2C7206}"/>
                </a:ext>
              </a:extLst>
            </p:cNvPr>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80" name="Google Shape;2780;p75">
            <a:extLst>
              <a:ext uri="{FF2B5EF4-FFF2-40B4-BE49-F238E27FC236}">
                <a16:creationId xmlns:a16="http://schemas.microsoft.com/office/drawing/2014/main" id="{64A923E4-CE3D-F357-B70A-63E1098BF035}"/>
              </a:ext>
            </a:extLst>
          </p:cNvPr>
          <p:cNvGrpSpPr/>
          <p:nvPr/>
        </p:nvGrpSpPr>
        <p:grpSpPr>
          <a:xfrm>
            <a:off x="677250" y="3997361"/>
            <a:ext cx="2915132" cy="363245"/>
            <a:chOff x="889100" y="126425"/>
            <a:chExt cx="2915132" cy="363245"/>
          </a:xfrm>
        </p:grpSpPr>
        <p:sp>
          <p:nvSpPr>
            <p:cNvPr id="2781" name="Google Shape;2781;p75">
              <a:extLst>
                <a:ext uri="{FF2B5EF4-FFF2-40B4-BE49-F238E27FC236}">
                  <a16:creationId xmlns:a16="http://schemas.microsoft.com/office/drawing/2014/main" id="{F3006DAC-BE9E-256B-356B-2ED3A4E41B66}"/>
                </a:ext>
              </a:extLst>
            </p:cNvPr>
            <p:cNvSpPr/>
            <p:nvPr/>
          </p:nvSpPr>
          <p:spPr>
            <a:xfrm>
              <a:off x="959032" y="189970"/>
              <a:ext cx="2845200" cy="299700"/>
            </a:xfrm>
            <a:prstGeom prst="roundRect">
              <a:avLst>
                <a:gd name="adj" fmla="val 23157"/>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75">
              <a:extLst>
                <a:ext uri="{FF2B5EF4-FFF2-40B4-BE49-F238E27FC236}">
                  <a16:creationId xmlns:a16="http://schemas.microsoft.com/office/drawing/2014/main" id="{2A0D67F4-6059-0DA4-219D-284D7902D439}"/>
                </a:ext>
              </a:extLst>
            </p:cNvPr>
            <p:cNvSpPr/>
            <p:nvPr/>
          </p:nvSpPr>
          <p:spPr>
            <a:xfrm>
              <a:off x="890175" y="126425"/>
              <a:ext cx="2845200" cy="299700"/>
            </a:xfrm>
            <a:prstGeom prst="roundRect">
              <a:avLst>
                <a:gd name="adj" fmla="val 23157"/>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75">
              <a:extLst>
                <a:ext uri="{FF2B5EF4-FFF2-40B4-BE49-F238E27FC236}">
                  <a16:creationId xmlns:a16="http://schemas.microsoft.com/office/drawing/2014/main" id="{FF6E6AA0-A821-4793-8F1C-CCEC1E80EF98}"/>
                </a:ext>
              </a:extLst>
            </p:cNvPr>
            <p:cNvSpPr/>
            <p:nvPr/>
          </p:nvSpPr>
          <p:spPr>
            <a:xfrm rot="-5400000">
              <a:off x="1049150" y="-32525"/>
              <a:ext cx="297600" cy="617700"/>
            </a:xfrm>
            <a:prstGeom prst="round2SameRect">
              <a:avLst>
                <a:gd name="adj1" fmla="val 25034"/>
                <a:gd name="adj2" fmla="val 0"/>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84" name="Google Shape;2784;p75">
              <a:extLst>
                <a:ext uri="{FF2B5EF4-FFF2-40B4-BE49-F238E27FC236}">
                  <a16:creationId xmlns:a16="http://schemas.microsoft.com/office/drawing/2014/main" id="{4FFE00E2-237B-8DE9-EDDC-885BF4CC179B}"/>
                </a:ext>
              </a:extLst>
            </p:cNvPr>
            <p:cNvGrpSpPr/>
            <p:nvPr/>
          </p:nvGrpSpPr>
          <p:grpSpPr>
            <a:xfrm>
              <a:off x="1099450" y="194125"/>
              <a:ext cx="196999" cy="164299"/>
              <a:chOff x="1083875" y="181525"/>
              <a:chExt cx="196999" cy="164299"/>
            </a:xfrm>
          </p:grpSpPr>
          <p:sp>
            <p:nvSpPr>
              <p:cNvPr id="2785" name="Google Shape;2785;p75">
                <a:extLst>
                  <a:ext uri="{FF2B5EF4-FFF2-40B4-BE49-F238E27FC236}">
                    <a16:creationId xmlns:a16="http://schemas.microsoft.com/office/drawing/2014/main" id="{F25B376E-C552-E7C4-85BA-078EA78DB18A}"/>
                  </a:ext>
                </a:extLst>
              </p:cNvPr>
              <p:cNvSpPr/>
              <p:nvPr/>
            </p:nvSpPr>
            <p:spPr>
              <a:xfrm>
                <a:off x="1083875" y="181525"/>
                <a:ext cx="123600" cy="123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86" name="Google Shape;2786;p75">
                <a:extLst>
                  <a:ext uri="{FF2B5EF4-FFF2-40B4-BE49-F238E27FC236}">
                    <a16:creationId xmlns:a16="http://schemas.microsoft.com/office/drawing/2014/main" id="{26572638-EA24-066B-1491-15B60372B4F0}"/>
                  </a:ext>
                </a:extLst>
              </p:cNvPr>
              <p:cNvCxnSpPr>
                <a:stCxn id="2785" idx="5"/>
              </p:cNvCxnSpPr>
              <p:nvPr/>
            </p:nvCxnSpPr>
            <p:spPr>
              <a:xfrm>
                <a:off x="1189374" y="287024"/>
                <a:ext cx="91500" cy="58800"/>
              </a:xfrm>
              <a:prstGeom prst="straightConnector1">
                <a:avLst/>
              </a:prstGeom>
              <a:noFill/>
              <a:ln w="19050" cap="flat" cmpd="sng">
                <a:solidFill>
                  <a:schemeClr val="dk1"/>
                </a:solidFill>
                <a:prstDash val="solid"/>
                <a:round/>
                <a:headEnd type="none" w="med" len="med"/>
                <a:tailEnd type="none" w="med" len="med"/>
              </a:ln>
            </p:spPr>
          </p:cxnSp>
        </p:grpSp>
      </p:grpSp>
      <p:grpSp>
        <p:nvGrpSpPr>
          <p:cNvPr id="2787" name="Google Shape;2787;p75">
            <a:extLst>
              <a:ext uri="{FF2B5EF4-FFF2-40B4-BE49-F238E27FC236}">
                <a16:creationId xmlns:a16="http://schemas.microsoft.com/office/drawing/2014/main" id="{22EB2555-F641-02A8-3FD2-FEB7BB1106E6}"/>
              </a:ext>
            </a:extLst>
          </p:cNvPr>
          <p:cNvGrpSpPr/>
          <p:nvPr/>
        </p:nvGrpSpPr>
        <p:grpSpPr>
          <a:xfrm>
            <a:off x="7013935" y="2595821"/>
            <a:ext cx="1414512" cy="1518189"/>
            <a:chOff x="7133785" y="2896896"/>
            <a:chExt cx="1414512" cy="1518189"/>
          </a:xfrm>
        </p:grpSpPr>
        <p:grpSp>
          <p:nvGrpSpPr>
            <p:cNvPr id="2788" name="Google Shape;2788;p75">
              <a:extLst>
                <a:ext uri="{FF2B5EF4-FFF2-40B4-BE49-F238E27FC236}">
                  <a16:creationId xmlns:a16="http://schemas.microsoft.com/office/drawing/2014/main" id="{500EBE44-7C49-FDE2-5A8A-CB3C8A946A9A}"/>
                </a:ext>
              </a:extLst>
            </p:cNvPr>
            <p:cNvGrpSpPr/>
            <p:nvPr/>
          </p:nvGrpSpPr>
          <p:grpSpPr>
            <a:xfrm>
              <a:off x="7133785" y="2896896"/>
              <a:ext cx="1414512" cy="1518189"/>
              <a:chOff x="6879750" y="3096400"/>
              <a:chExt cx="1584000" cy="1700100"/>
            </a:xfrm>
          </p:grpSpPr>
          <p:sp>
            <p:nvSpPr>
              <p:cNvPr id="2789" name="Google Shape;2789;p75">
                <a:extLst>
                  <a:ext uri="{FF2B5EF4-FFF2-40B4-BE49-F238E27FC236}">
                    <a16:creationId xmlns:a16="http://schemas.microsoft.com/office/drawing/2014/main" id="{3CF2BAB4-9B1B-CAB7-AAC0-D8904281D87D}"/>
                  </a:ext>
                </a:extLst>
              </p:cNvPr>
              <p:cNvSpPr/>
              <p:nvPr/>
            </p:nvSpPr>
            <p:spPr>
              <a:xfrm>
                <a:off x="6879750" y="3096400"/>
                <a:ext cx="1584000" cy="1700100"/>
              </a:xfrm>
              <a:prstGeom prst="roundRect">
                <a:avLst>
                  <a:gd name="adj" fmla="val 3791"/>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75">
                <a:extLst>
                  <a:ext uri="{FF2B5EF4-FFF2-40B4-BE49-F238E27FC236}">
                    <a16:creationId xmlns:a16="http://schemas.microsoft.com/office/drawing/2014/main" id="{2B813CD7-DDC6-9E25-8235-C65E96E2B7F9}"/>
                  </a:ext>
                </a:extLst>
              </p:cNvPr>
              <p:cNvSpPr/>
              <p:nvPr/>
            </p:nvSpPr>
            <p:spPr>
              <a:xfrm>
                <a:off x="6958650" y="3335758"/>
                <a:ext cx="1426200" cy="1379700"/>
              </a:xfrm>
              <a:prstGeom prst="roundRect">
                <a:avLst>
                  <a:gd name="adj" fmla="val 3495"/>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75">
                <a:extLst>
                  <a:ext uri="{FF2B5EF4-FFF2-40B4-BE49-F238E27FC236}">
                    <a16:creationId xmlns:a16="http://schemas.microsoft.com/office/drawing/2014/main" id="{26B27995-6224-5826-0C27-14870A062601}"/>
                  </a:ext>
                </a:extLst>
              </p:cNvPr>
              <p:cNvSpPr/>
              <p:nvPr/>
            </p:nvSpPr>
            <p:spPr>
              <a:xfrm>
                <a:off x="6958650" y="3175425"/>
                <a:ext cx="81300" cy="813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75">
                <a:extLst>
                  <a:ext uri="{FF2B5EF4-FFF2-40B4-BE49-F238E27FC236}">
                    <a16:creationId xmlns:a16="http://schemas.microsoft.com/office/drawing/2014/main" id="{C7F675EC-F944-D901-ABF7-CD51F7B557FC}"/>
                  </a:ext>
                </a:extLst>
              </p:cNvPr>
              <p:cNvSpPr/>
              <p:nvPr/>
            </p:nvSpPr>
            <p:spPr>
              <a:xfrm>
                <a:off x="7151075" y="3175425"/>
                <a:ext cx="81300" cy="81300"/>
              </a:xfrm>
              <a:prstGeom prst="ellipse">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75">
                <a:extLst>
                  <a:ext uri="{FF2B5EF4-FFF2-40B4-BE49-F238E27FC236}">
                    <a16:creationId xmlns:a16="http://schemas.microsoft.com/office/drawing/2014/main" id="{70D1D0E3-D629-D732-8061-DC3993EC9855}"/>
                  </a:ext>
                </a:extLst>
              </p:cNvPr>
              <p:cNvSpPr/>
              <p:nvPr/>
            </p:nvSpPr>
            <p:spPr>
              <a:xfrm>
                <a:off x="7343500" y="3175425"/>
                <a:ext cx="81300" cy="81300"/>
              </a:xfrm>
              <a:prstGeom prst="ellipse">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94" name="Google Shape;2794;p75">
              <a:extLst>
                <a:ext uri="{FF2B5EF4-FFF2-40B4-BE49-F238E27FC236}">
                  <a16:creationId xmlns:a16="http://schemas.microsoft.com/office/drawing/2014/main" id="{7D57E747-54F3-A818-87BB-7FCDBA6FFACA}"/>
                </a:ext>
              </a:extLst>
            </p:cNvPr>
            <p:cNvGrpSpPr/>
            <p:nvPr/>
          </p:nvGrpSpPr>
          <p:grpSpPr>
            <a:xfrm>
              <a:off x="7418559" y="3375217"/>
              <a:ext cx="844957" cy="743958"/>
              <a:chOff x="7332800" y="3469629"/>
              <a:chExt cx="946200" cy="833100"/>
            </a:xfrm>
          </p:grpSpPr>
          <p:sp>
            <p:nvSpPr>
              <p:cNvPr id="2795" name="Google Shape;2795;p75">
                <a:extLst>
                  <a:ext uri="{FF2B5EF4-FFF2-40B4-BE49-F238E27FC236}">
                    <a16:creationId xmlns:a16="http://schemas.microsoft.com/office/drawing/2014/main" id="{F0F22151-0551-D550-D9DF-CA7EE0B22E2C}"/>
                  </a:ext>
                </a:extLst>
              </p:cNvPr>
              <p:cNvSpPr/>
              <p:nvPr/>
            </p:nvSpPr>
            <p:spPr>
              <a:xfrm>
                <a:off x="7332800" y="3469629"/>
                <a:ext cx="946200" cy="833100"/>
              </a:xfrm>
              <a:prstGeom prst="heart">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96" name="Google Shape;2796;p75">
                <a:extLst>
                  <a:ext uri="{FF2B5EF4-FFF2-40B4-BE49-F238E27FC236}">
                    <a16:creationId xmlns:a16="http://schemas.microsoft.com/office/drawing/2014/main" id="{EC07F8EB-76E4-486E-756F-5531C4014601}"/>
                  </a:ext>
                </a:extLst>
              </p:cNvPr>
              <p:cNvGrpSpPr/>
              <p:nvPr/>
            </p:nvGrpSpPr>
            <p:grpSpPr>
              <a:xfrm>
                <a:off x="7557424" y="3730001"/>
                <a:ext cx="499326" cy="122700"/>
                <a:chOff x="7535111" y="3674984"/>
                <a:chExt cx="499326" cy="122700"/>
              </a:xfrm>
            </p:grpSpPr>
            <p:sp>
              <p:nvSpPr>
                <p:cNvPr id="2797" name="Google Shape;2797;p75">
                  <a:extLst>
                    <a:ext uri="{FF2B5EF4-FFF2-40B4-BE49-F238E27FC236}">
                      <a16:creationId xmlns:a16="http://schemas.microsoft.com/office/drawing/2014/main" id="{6E589A45-FEDC-F934-B0AF-3FE54AD468BB}"/>
                    </a:ext>
                  </a:extLst>
                </p:cNvPr>
                <p:cNvSpPr/>
                <p:nvPr/>
              </p:nvSpPr>
              <p:spPr>
                <a:xfrm>
                  <a:off x="7535111" y="3674984"/>
                  <a:ext cx="122700" cy="122700"/>
                </a:xfrm>
                <a:prstGeom prst="ellipse">
                  <a:avLst/>
                </a:pr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75">
                  <a:extLst>
                    <a:ext uri="{FF2B5EF4-FFF2-40B4-BE49-F238E27FC236}">
                      <a16:creationId xmlns:a16="http://schemas.microsoft.com/office/drawing/2014/main" id="{78D4D143-4DCE-88D5-722C-808D27A066A1}"/>
                    </a:ext>
                  </a:extLst>
                </p:cNvPr>
                <p:cNvSpPr/>
                <p:nvPr/>
              </p:nvSpPr>
              <p:spPr>
                <a:xfrm>
                  <a:off x="7911738" y="3674984"/>
                  <a:ext cx="122700" cy="122700"/>
                </a:xfrm>
                <a:prstGeom prst="ellipse">
                  <a:avLst/>
                </a:pr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99" name="Google Shape;2799;p75">
                <a:extLst>
                  <a:ext uri="{FF2B5EF4-FFF2-40B4-BE49-F238E27FC236}">
                    <a16:creationId xmlns:a16="http://schemas.microsoft.com/office/drawing/2014/main" id="{49288F43-9A66-0A3A-F533-816F5F75767C}"/>
                  </a:ext>
                </a:extLst>
              </p:cNvPr>
              <p:cNvSpPr/>
              <p:nvPr/>
            </p:nvSpPr>
            <p:spPr>
              <a:xfrm>
                <a:off x="7590100" y="3765975"/>
                <a:ext cx="52500" cy="525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75">
                <a:extLst>
                  <a:ext uri="{FF2B5EF4-FFF2-40B4-BE49-F238E27FC236}">
                    <a16:creationId xmlns:a16="http://schemas.microsoft.com/office/drawing/2014/main" id="{B214AD23-8B56-D374-4DCA-2EFBAD14ED5F}"/>
                  </a:ext>
                </a:extLst>
              </p:cNvPr>
              <p:cNvSpPr/>
              <p:nvPr/>
            </p:nvSpPr>
            <p:spPr>
              <a:xfrm>
                <a:off x="7968750" y="3765100"/>
                <a:ext cx="52500" cy="525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75">
                <a:extLst>
                  <a:ext uri="{FF2B5EF4-FFF2-40B4-BE49-F238E27FC236}">
                    <a16:creationId xmlns:a16="http://schemas.microsoft.com/office/drawing/2014/main" id="{8881397A-FFD6-188F-B806-AE263D0B5188}"/>
                  </a:ext>
                </a:extLst>
              </p:cNvPr>
              <p:cNvSpPr/>
              <p:nvPr/>
            </p:nvSpPr>
            <p:spPr>
              <a:xfrm rot="5400000">
                <a:off x="7757076" y="3807693"/>
                <a:ext cx="97200" cy="97200"/>
              </a:xfrm>
              <a:prstGeom prst="arc">
                <a:avLst>
                  <a:gd name="adj1" fmla="val 16200000"/>
                  <a:gd name="adj2" fmla="val 5345219"/>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002516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73"/>
        <p:cNvGrpSpPr/>
        <p:nvPr/>
      </p:nvGrpSpPr>
      <p:grpSpPr>
        <a:xfrm>
          <a:off x="0" y="0"/>
          <a:ext cx="0" cy="0"/>
          <a:chOff x="0" y="0"/>
          <a:chExt cx="0" cy="0"/>
        </a:xfrm>
      </p:grpSpPr>
      <p:grpSp>
        <p:nvGrpSpPr>
          <p:cNvPr id="2974" name="Google Shape;2974;p80"/>
          <p:cNvGrpSpPr/>
          <p:nvPr/>
        </p:nvGrpSpPr>
        <p:grpSpPr>
          <a:xfrm>
            <a:off x="2935759" y="1586267"/>
            <a:ext cx="3431935" cy="1345400"/>
            <a:chOff x="2217800" y="2272975"/>
            <a:chExt cx="5288850" cy="1345400"/>
          </a:xfrm>
        </p:grpSpPr>
        <p:sp>
          <p:nvSpPr>
            <p:cNvPr id="2975" name="Google Shape;2975;p80"/>
            <p:cNvSpPr/>
            <p:nvPr/>
          </p:nvSpPr>
          <p:spPr>
            <a:xfrm>
              <a:off x="2596850" y="2272975"/>
              <a:ext cx="4909800" cy="983700"/>
            </a:xfrm>
            <a:prstGeom prst="roundRect">
              <a:avLst>
                <a:gd name="adj" fmla="val 17462"/>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80"/>
            <p:cNvSpPr/>
            <p:nvPr/>
          </p:nvSpPr>
          <p:spPr>
            <a:xfrm>
              <a:off x="2502088" y="2363400"/>
              <a:ext cx="4909800" cy="983700"/>
            </a:xfrm>
            <a:prstGeom prst="roundRect">
              <a:avLst>
                <a:gd name="adj" fmla="val 17462"/>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80"/>
            <p:cNvSpPr/>
            <p:nvPr/>
          </p:nvSpPr>
          <p:spPr>
            <a:xfrm>
              <a:off x="2407325" y="2453825"/>
              <a:ext cx="4909800" cy="983700"/>
            </a:xfrm>
            <a:prstGeom prst="roundRect">
              <a:avLst>
                <a:gd name="adj" fmla="val 17462"/>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80"/>
            <p:cNvSpPr/>
            <p:nvPr/>
          </p:nvSpPr>
          <p:spPr>
            <a:xfrm>
              <a:off x="2312563" y="2544250"/>
              <a:ext cx="4909800" cy="983700"/>
            </a:xfrm>
            <a:prstGeom prst="roundRect">
              <a:avLst>
                <a:gd name="adj" fmla="val 17462"/>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80"/>
            <p:cNvSpPr/>
            <p:nvPr/>
          </p:nvSpPr>
          <p:spPr>
            <a:xfrm>
              <a:off x="2217800" y="2634675"/>
              <a:ext cx="4909800" cy="983700"/>
            </a:xfrm>
            <a:prstGeom prst="roundRect">
              <a:avLst>
                <a:gd name="adj" fmla="val 17462"/>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80" name="Google Shape;2980;p80"/>
          <p:cNvSpPr txBox="1">
            <a:spLocks noGrp="1"/>
          </p:cNvSpPr>
          <p:nvPr>
            <p:ph type="title"/>
          </p:nvPr>
        </p:nvSpPr>
        <p:spPr>
          <a:xfrm>
            <a:off x="2643750" y="1991742"/>
            <a:ext cx="3856500" cy="8652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 dirty="0"/>
              <a:t>Thanks</a:t>
            </a:r>
            <a:endParaRPr dirty="0"/>
          </a:p>
        </p:txBody>
      </p:sp>
      <p:sp>
        <p:nvSpPr>
          <p:cNvPr id="2981" name="Google Shape;2981;p80"/>
          <p:cNvSpPr txBox="1">
            <a:spLocks noGrp="1"/>
          </p:cNvSpPr>
          <p:nvPr>
            <p:ph type="subTitle" idx="1"/>
          </p:nvPr>
        </p:nvSpPr>
        <p:spPr>
          <a:xfrm>
            <a:off x="2643750" y="2965450"/>
            <a:ext cx="3856500" cy="1060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accent6"/>
              </a:buClr>
              <a:buSzPts val="1100"/>
              <a:buFont typeface="Arial"/>
              <a:buNone/>
            </a:pPr>
            <a:r>
              <a:rPr lang="en" dirty="0"/>
              <a:t>Do you have any questions?</a:t>
            </a:r>
            <a:endParaRPr dirty="0"/>
          </a:p>
        </p:txBody>
      </p:sp>
      <p:sp>
        <p:nvSpPr>
          <p:cNvPr id="2982" name="Google Shape;2982;p80"/>
          <p:cNvSpPr txBox="1"/>
          <p:nvPr/>
        </p:nvSpPr>
        <p:spPr>
          <a:xfrm>
            <a:off x="3072000" y="4403718"/>
            <a:ext cx="3000000" cy="201600"/>
          </a:xfrm>
          <a:prstGeom prst="rect">
            <a:avLst/>
          </a:prstGeom>
          <a:noFill/>
          <a:ln>
            <a:noFill/>
          </a:ln>
        </p:spPr>
        <p:txBody>
          <a:bodyPr spcFirstLastPara="1" wrap="square" lIns="91425" tIns="0" rIns="91425" bIns="91425" anchor="t" anchorCtr="0">
            <a:noAutofit/>
          </a:bodyPr>
          <a:lstStyle/>
          <a:p>
            <a:pPr marL="0" marR="0" lvl="0" indent="0" algn="ctr" rtl="0">
              <a:lnSpc>
                <a:spcPct val="100000"/>
              </a:lnSpc>
              <a:spcBef>
                <a:spcPts val="0"/>
              </a:spcBef>
              <a:spcAft>
                <a:spcPts val="0"/>
              </a:spcAft>
              <a:buNone/>
            </a:pPr>
            <a:r>
              <a:rPr lang="en" sz="1200" dirty="0">
                <a:solidFill>
                  <a:schemeClr val="dk1"/>
                </a:solidFill>
                <a:latin typeface="DM Sans"/>
                <a:ea typeface="DM Sans"/>
                <a:cs typeface="DM Sans"/>
                <a:sym typeface="DM Sans"/>
              </a:rPr>
              <a:t>Please keep this slide for attribution</a:t>
            </a:r>
            <a:endParaRPr sz="1200" dirty="0">
              <a:solidFill>
                <a:schemeClr val="dk1"/>
              </a:solidFill>
              <a:latin typeface="DM Sans"/>
              <a:ea typeface="DM Sans"/>
              <a:cs typeface="DM Sans"/>
              <a:sym typeface="DM Sans"/>
            </a:endParaRPr>
          </a:p>
        </p:txBody>
      </p:sp>
      <p:grpSp>
        <p:nvGrpSpPr>
          <p:cNvPr id="3008" name="Google Shape;3008;p80"/>
          <p:cNvGrpSpPr/>
          <p:nvPr/>
        </p:nvGrpSpPr>
        <p:grpSpPr>
          <a:xfrm>
            <a:off x="1143560" y="1466408"/>
            <a:ext cx="871623" cy="751268"/>
            <a:chOff x="1831350" y="1268423"/>
            <a:chExt cx="757670" cy="686842"/>
          </a:xfrm>
        </p:grpSpPr>
        <p:sp>
          <p:nvSpPr>
            <p:cNvPr id="3009" name="Google Shape;3009;p80"/>
            <p:cNvSpPr/>
            <p:nvPr/>
          </p:nvSpPr>
          <p:spPr>
            <a:xfrm flipH="1">
              <a:off x="1831350" y="1268423"/>
              <a:ext cx="757670" cy="686842"/>
            </a:xfrm>
            <a:custGeom>
              <a:avLst/>
              <a:gdLst/>
              <a:ahLst/>
              <a:cxnLst/>
              <a:rect l="l" t="t" r="r" b="b"/>
              <a:pathLst>
                <a:path w="10109" h="9164" extrusionOk="0">
                  <a:moveTo>
                    <a:pt x="1582" y="1"/>
                  </a:moveTo>
                  <a:cubicBezTo>
                    <a:pt x="709" y="19"/>
                    <a:pt x="18" y="710"/>
                    <a:pt x="0" y="1583"/>
                  </a:cubicBezTo>
                  <a:lnTo>
                    <a:pt x="0" y="6091"/>
                  </a:lnTo>
                  <a:cubicBezTo>
                    <a:pt x="18" y="6946"/>
                    <a:pt x="709" y="7655"/>
                    <a:pt x="1582" y="7655"/>
                  </a:cubicBezTo>
                  <a:lnTo>
                    <a:pt x="1600" y="9164"/>
                  </a:lnTo>
                  <a:lnTo>
                    <a:pt x="3127" y="7655"/>
                  </a:lnTo>
                  <a:lnTo>
                    <a:pt x="8527" y="7655"/>
                  </a:lnTo>
                  <a:cubicBezTo>
                    <a:pt x="9399" y="7655"/>
                    <a:pt x="10109" y="6946"/>
                    <a:pt x="10109" y="6091"/>
                  </a:cubicBezTo>
                  <a:lnTo>
                    <a:pt x="10109" y="1583"/>
                  </a:lnTo>
                  <a:cubicBezTo>
                    <a:pt x="10109" y="710"/>
                    <a:pt x="9399" y="19"/>
                    <a:pt x="8527"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80"/>
            <p:cNvSpPr/>
            <p:nvPr/>
          </p:nvSpPr>
          <p:spPr>
            <a:xfrm>
              <a:off x="2023447" y="1404688"/>
              <a:ext cx="374825" cy="333977"/>
            </a:xfrm>
            <a:custGeom>
              <a:avLst/>
              <a:gdLst/>
              <a:ahLst/>
              <a:cxnLst/>
              <a:rect l="l" t="t" r="r" b="b"/>
              <a:pathLst>
                <a:path w="5001" h="4456" extrusionOk="0">
                  <a:moveTo>
                    <a:pt x="1346" y="1"/>
                  </a:moveTo>
                  <a:cubicBezTo>
                    <a:pt x="601" y="1"/>
                    <a:pt x="1" y="601"/>
                    <a:pt x="1" y="1346"/>
                  </a:cubicBezTo>
                  <a:cubicBezTo>
                    <a:pt x="55" y="2801"/>
                    <a:pt x="2491" y="4455"/>
                    <a:pt x="2491" y="4455"/>
                  </a:cubicBezTo>
                  <a:cubicBezTo>
                    <a:pt x="2491" y="4455"/>
                    <a:pt x="5000" y="2837"/>
                    <a:pt x="5000" y="1346"/>
                  </a:cubicBezTo>
                  <a:cubicBezTo>
                    <a:pt x="4989" y="515"/>
                    <a:pt x="4312" y="3"/>
                    <a:pt x="3624" y="3"/>
                  </a:cubicBezTo>
                  <a:cubicBezTo>
                    <a:pt x="3199" y="3"/>
                    <a:pt x="2769" y="199"/>
                    <a:pt x="2491" y="637"/>
                  </a:cubicBezTo>
                  <a:cubicBezTo>
                    <a:pt x="2237" y="237"/>
                    <a:pt x="1800" y="1"/>
                    <a:pt x="1346" y="1"/>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1" name="Google Shape;3011;p80"/>
          <p:cNvGrpSpPr/>
          <p:nvPr/>
        </p:nvGrpSpPr>
        <p:grpSpPr>
          <a:xfrm flipH="1">
            <a:off x="7128406" y="3048191"/>
            <a:ext cx="998071" cy="846226"/>
            <a:chOff x="499294" y="784229"/>
            <a:chExt cx="998071" cy="846226"/>
          </a:xfrm>
        </p:grpSpPr>
        <p:sp>
          <p:nvSpPr>
            <p:cNvPr id="3012" name="Google Shape;3012;p80"/>
            <p:cNvSpPr/>
            <p:nvPr/>
          </p:nvSpPr>
          <p:spPr>
            <a:xfrm flipH="1">
              <a:off x="499294" y="784229"/>
              <a:ext cx="998071" cy="846226"/>
            </a:xfrm>
            <a:custGeom>
              <a:avLst/>
              <a:gdLst/>
              <a:ahLst/>
              <a:cxnLst/>
              <a:rect l="l" t="t" r="r" b="b"/>
              <a:pathLst>
                <a:path w="14145" h="11993" extrusionOk="0">
                  <a:moveTo>
                    <a:pt x="7601" y="1"/>
                  </a:moveTo>
                  <a:cubicBezTo>
                    <a:pt x="7366" y="1"/>
                    <a:pt x="7128" y="15"/>
                    <a:pt x="6890" y="44"/>
                  </a:cubicBezTo>
                  <a:cubicBezTo>
                    <a:pt x="5309" y="207"/>
                    <a:pt x="3872" y="1007"/>
                    <a:pt x="2891" y="2262"/>
                  </a:cubicBezTo>
                  <a:lnTo>
                    <a:pt x="0" y="1171"/>
                  </a:lnTo>
                  <a:lnTo>
                    <a:pt x="2109" y="3516"/>
                  </a:lnTo>
                  <a:cubicBezTo>
                    <a:pt x="982" y="5989"/>
                    <a:pt x="1673" y="8916"/>
                    <a:pt x="3782" y="10643"/>
                  </a:cubicBezTo>
                  <a:cubicBezTo>
                    <a:pt x="4879" y="11542"/>
                    <a:pt x="6223" y="11993"/>
                    <a:pt x="7570" y="11993"/>
                  </a:cubicBezTo>
                  <a:cubicBezTo>
                    <a:pt x="8811" y="11993"/>
                    <a:pt x="10054" y="11610"/>
                    <a:pt x="11108" y="10843"/>
                  </a:cubicBezTo>
                  <a:cubicBezTo>
                    <a:pt x="13308" y="9225"/>
                    <a:pt x="14145" y="6352"/>
                    <a:pt x="13163" y="3807"/>
                  </a:cubicBezTo>
                  <a:cubicBezTo>
                    <a:pt x="12251" y="1504"/>
                    <a:pt x="10026" y="1"/>
                    <a:pt x="7601" y="1"/>
                  </a:cubicBezTo>
                  <a:close/>
                </a:path>
              </a:pathLst>
            </a:cu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80"/>
            <p:cNvSpPr/>
            <p:nvPr/>
          </p:nvSpPr>
          <p:spPr>
            <a:xfrm>
              <a:off x="686051" y="929990"/>
              <a:ext cx="386187" cy="470963"/>
            </a:xfrm>
            <a:custGeom>
              <a:avLst/>
              <a:gdLst/>
              <a:ahLst/>
              <a:cxnLst/>
              <a:rect l="l" t="t" r="r" b="b"/>
              <a:pathLst>
                <a:path w="6086" h="7422" extrusionOk="0">
                  <a:moveTo>
                    <a:pt x="4049" y="1"/>
                  </a:moveTo>
                  <a:cubicBezTo>
                    <a:pt x="3482" y="1"/>
                    <a:pt x="2924" y="541"/>
                    <a:pt x="2994" y="1439"/>
                  </a:cubicBezTo>
                  <a:lnTo>
                    <a:pt x="3140" y="2639"/>
                  </a:lnTo>
                  <a:lnTo>
                    <a:pt x="795" y="2639"/>
                  </a:lnTo>
                  <a:cubicBezTo>
                    <a:pt x="0" y="2657"/>
                    <a:pt x="138" y="3912"/>
                    <a:pt x="781" y="3912"/>
                  </a:cubicBezTo>
                  <a:cubicBezTo>
                    <a:pt x="785" y="3912"/>
                    <a:pt x="790" y="3911"/>
                    <a:pt x="795" y="3911"/>
                  </a:cubicBezTo>
                  <a:lnTo>
                    <a:pt x="795" y="3911"/>
                  </a:lnTo>
                  <a:cubicBezTo>
                    <a:pt x="65" y="3947"/>
                    <a:pt x="119" y="5186"/>
                    <a:pt x="873" y="5186"/>
                  </a:cubicBezTo>
                  <a:cubicBezTo>
                    <a:pt x="882" y="5186"/>
                    <a:pt x="891" y="5185"/>
                    <a:pt x="900" y="5185"/>
                  </a:cubicBezTo>
                  <a:lnTo>
                    <a:pt x="900" y="5185"/>
                  </a:lnTo>
                  <a:cubicBezTo>
                    <a:pt x="325" y="5230"/>
                    <a:pt x="435" y="6333"/>
                    <a:pt x="1278" y="6333"/>
                  </a:cubicBezTo>
                  <a:cubicBezTo>
                    <a:pt x="1304" y="6333"/>
                    <a:pt x="1331" y="6331"/>
                    <a:pt x="1358" y="6329"/>
                  </a:cubicBezTo>
                  <a:lnTo>
                    <a:pt x="1358" y="6329"/>
                  </a:lnTo>
                  <a:cubicBezTo>
                    <a:pt x="995" y="6747"/>
                    <a:pt x="1267" y="7384"/>
                    <a:pt x="1831" y="7420"/>
                  </a:cubicBezTo>
                  <a:lnTo>
                    <a:pt x="4958" y="7420"/>
                  </a:lnTo>
                  <a:cubicBezTo>
                    <a:pt x="4978" y="7421"/>
                    <a:pt x="4998" y="7421"/>
                    <a:pt x="5018" y="7421"/>
                  </a:cubicBezTo>
                  <a:cubicBezTo>
                    <a:pt x="5432" y="7421"/>
                    <a:pt x="5825" y="7241"/>
                    <a:pt x="6085" y="6911"/>
                  </a:cubicBezTo>
                  <a:lnTo>
                    <a:pt x="6085" y="3439"/>
                  </a:lnTo>
                  <a:lnTo>
                    <a:pt x="5667" y="3439"/>
                  </a:lnTo>
                  <a:lnTo>
                    <a:pt x="4703" y="1948"/>
                  </a:lnTo>
                  <a:cubicBezTo>
                    <a:pt x="4522" y="1639"/>
                    <a:pt x="4431" y="1275"/>
                    <a:pt x="4467" y="912"/>
                  </a:cubicBezTo>
                  <a:lnTo>
                    <a:pt x="4540" y="148"/>
                  </a:lnTo>
                  <a:cubicBezTo>
                    <a:pt x="4386" y="48"/>
                    <a:pt x="4217" y="1"/>
                    <a:pt x="4049" y="1"/>
                  </a:cubicBezTo>
                  <a:close/>
                </a:path>
              </a:pathLst>
            </a:custGeom>
            <a:solidFill>
              <a:srgbClr val="F8BC7D"/>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80"/>
            <p:cNvSpPr/>
            <p:nvPr/>
          </p:nvSpPr>
          <p:spPr>
            <a:xfrm>
              <a:off x="1072168" y="1135458"/>
              <a:ext cx="132684" cy="252741"/>
            </a:xfrm>
            <a:custGeom>
              <a:avLst/>
              <a:gdLst/>
              <a:ahLst/>
              <a:cxnLst/>
              <a:rect l="l" t="t" r="r" b="b"/>
              <a:pathLst>
                <a:path w="2091" h="3983" extrusionOk="0">
                  <a:moveTo>
                    <a:pt x="0" y="1"/>
                  </a:moveTo>
                  <a:lnTo>
                    <a:pt x="0" y="3982"/>
                  </a:lnTo>
                  <a:lnTo>
                    <a:pt x="2091" y="3982"/>
                  </a:lnTo>
                  <a:lnTo>
                    <a:pt x="2091" y="1"/>
                  </a:ln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80"/>
            <p:cNvSpPr/>
            <p:nvPr/>
          </p:nvSpPr>
          <p:spPr>
            <a:xfrm>
              <a:off x="736433" y="1173531"/>
              <a:ext cx="151213" cy="11612"/>
            </a:xfrm>
            <a:custGeom>
              <a:avLst/>
              <a:gdLst/>
              <a:ahLst/>
              <a:cxnLst/>
              <a:rect l="l" t="t" r="r" b="b"/>
              <a:pathLst>
                <a:path w="2383" h="183" extrusionOk="0">
                  <a:moveTo>
                    <a:pt x="1" y="1"/>
                  </a:moveTo>
                  <a:lnTo>
                    <a:pt x="1" y="182"/>
                  </a:lnTo>
                  <a:lnTo>
                    <a:pt x="2382" y="182"/>
                  </a:lnTo>
                  <a:lnTo>
                    <a:pt x="238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80"/>
            <p:cNvSpPr/>
            <p:nvPr/>
          </p:nvSpPr>
          <p:spPr>
            <a:xfrm>
              <a:off x="739923" y="1254309"/>
              <a:ext cx="150008" cy="10407"/>
            </a:xfrm>
            <a:custGeom>
              <a:avLst/>
              <a:gdLst/>
              <a:ahLst/>
              <a:cxnLst/>
              <a:rect l="l" t="t" r="r" b="b"/>
              <a:pathLst>
                <a:path w="2364" h="164" extrusionOk="0">
                  <a:moveTo>
                    <a:pt x="0" y="0"/>
                  </a:moveTo>
                  <a:lnTo>
                    <a:pt x="0" y="164"/>
                  </a:lnTo>
                  <a:lnTo>
                    <a:pt x="2364" y="164"/>
                  </a:lnTo>
                  <a:lnTo>
                    <a:pt x="2364" y="0"/>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80"/>
            <p:cNvSpPr/>
            <p:nvPr/>
          </p:nvSpPr>
          <p:spPr>
            <a:xfrm>
              <a:off x="769873" y="1326965"/>
              <a:ext cx="120057" cy="10470"/>
            </a:xfrm>
            <a:custGeom>
              <a:avLst/>
              <a:gdLst/>
              <a:ahLst/>
              <a:cxnLst/>
              <a:rect l="l" t="t" r="r" b="b"/>
              <a:pathLst>
                <a:path w="1892" h="165" extrusionOk="0">
                  <a:moveTo>
                    <a:pt x="1" y="1"/>
                  </a:moveTo>
                  <a:lnTo>
                    <a:pt x="1" y="164"/>
                  </a:lnTo>
                  <a:lnTo>
                    <a:pt x="1892" y="164"/>
                  </a:lnTo>
                  <a:lnTo>
                    <a:pt x="1892" y="1"/>
                  </a:lnTo>
                  <a:close/>
                </a:path>
              </a:pathLst>
            </a:custGeom>
            <a:solidFill>
              <a:srgbClr val="51294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80"/>
            <p:cNvSpPr/>
            <p:nvPr/>
          </p:nvSpPr>
          <p:spPr>
            <a:xfrm>
              <a:off x="1113667" y="1316559"/>
              <a:ext cx="48543" cy="48543"/>
            </a:xfrm>
            <a:custGeom>
              <a:avLst/>
              <a:gdLst/>
              <a:ahLst/>
              <a:cxnLst/>
              <a:rect l="l" t="t" r="r" b="b"/>
              <a:pathLst>
                <a:path w="765" h="765" extrusionOk="0">
                  <a:moveTo>
                    <a:pt x="382" y="1"/>
                  </a:moveTo>
                  <a:cubicBezTo>
                    <a:pt x="182" y="1"/>
                    <a:pt x="1" y="183"/>
                    <a:pt x="1" y="383"/>
                  </a:cubicBezTo>
                  <a:cubicBezTo>
                    <a:pt x="1" y="601"/>
                    <a:pt x="182" y="765"/>
                    <a:pt x="382" y="765"/>
                  </a:cubicBezTo>
                  <a:cubicBezTo>
                    <a:pt x="601" y="765"/>
                    <a:pt x="764" y="601"/>
                    <a:pt x="764" y="383"/>
                  </a:cubicBezTo>
                  <a:cubicBezTo>
                    <a:pt x="764" y="183"/>
                    <a:pt x="601" y="1"/>
                    <a:pt x="38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9" name="Google Shape;3019;p80"/>
          <p:cNvGrpSpPr/>
          <p:nvPr/>
        </p:nvGrpSpPr>
        <p:grpSpPr>
          <a:xfrm>
            <a:off x="7128835" y="781483"/>
            <a:ext cx="1414512" cy="1518189"/>
            <a:chOff x="7448010" y="1638121"/>
            <a:chExt cx="1414512" cy="1518189"/>
          </a:xfrm>
        </p:grpSpPr>
        <p:grpSp>
          <p:nvGrpSpPr>
            <p:cNvPr id="3020" name="Google Shape;3020;p80"/>
            <p:cNvGrpSpPr/>
            <p:nvPr/>
          </p:nvGrpSpPr>
          <p:grpSpPr>
            <a:xfrm>
              <a:off x="7448010" y="1638121"/>
              <a:ext cx="1414512" cy="1518189"/>
              <a:chOff x="6879750" y="3096400"/>
              <a:chExt cx="1584000" cy="1700100"/>
            </a:xfrm>
          </p:grpSpPr>
          <p:sp>
            <p:nvSpPr>
              <p:cNvPr id="3021" name="Google Shape;3021;p80"/>
              <p:cNvSpPr/>
              <p:nvPr/>
            </p:nvSpPr>
            <p:spPr>
              <a:xfrm>
                <a:off x="6879750" y="3096400"/>
                <a:ext cx="1584000" cy="1700100"/>
              </a:xfrm>
              <a:prstGeom prst="roundRect">
                <a:avLst>
                  <a:gd name="adj" fmla="val 3791"/>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80"/>
              <p:cNvSpPr/>
              <p:nvPr/>
            </p:nvSpPr>
            <p:spPr>
              <a:xfrm>
                <a:off x="6958650" y="3335758"/>
                <a:ext cx="1426200" cy="1379700"/>
              </a:xfrm>
              <a:prstGeom prst="roundRect">
                <a:avLst>
                  <a:gd name="adj" fmla="val 3495"/>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80"/>
              <p:cNvSpPr/>
              <p:nvPr/>
            </p:nvSpPr>
            <p:spPr>
              <a:xfrm>
                <a:off x="6958650" y="3175425"/>
                <a:ext cx="81300" cy="813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80"/>
              <p:cNvSpPr/>
              <p:nvPr/>
            </p:nvSpPr>
            <p:spPr>
              <a:xfrm>
                <a:off x="7151075" y="3175425"/>
                <a:ext cx="81300" cy="81300"/>
              </a:xfrm>
              <a:prstGeom prst="ellipse">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80"/>
              <p:cNvSpPr/>
              <p:nvPr/>
            </p:nvSpPr>
            <p:spPr>
              <a:xfrm>
                <a:off x="7343500" y="3175425"/>
                <a:ext cx="81300" cy="81300"/>
              </a:xfrm>
              <a:prstGeom prst="ellipse">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026" name="Google Shape;3026;p80"/>
            <p:cNvCxnSpPr/>
            <p:nvPr/>
          </p:nvCxnSpPr>
          <p:spPr>
            <a:xfrm>
              <a:off x="7689216" y="2131225"/>
              <a:ext cx="932100" cy="0"/>
            </a:xfrm>
            <a:prstGeom prst="straightConnector1">
              <a:avLst/>
            </a:prstGeom>
            <a:noFill/>
            <a:ln w="19050" cap="flat" cmpd="sng">
              <a:solidFill>
                <a:schemeClr val="dk1"/>
              </a:solidFill>
              <a:prstDash val="solid"/>
              <a:round/>
              <a:headEnd type="none" w="med" len="med"/>
              <a:tailEnd type="none" w="med" len="med"/>
            </a:ln>
          </p:spPr>
        </p:cxnSp>
        <p:cxnSp>
          <p:nvCxnSpPr>
            <p:cNvPr id="3027" name="Google Shape;3027;p80"/>
            <p:cNvCxnSpPr/>
            <p:nvPr/>
          </p:nvCxnSpPr>
          <p:spPr>
            <a:xfrm>
              <a:off x="7689216" y="2359458"/>
              <a:ext cx="932100" cy="0"/>
            </a:xfrm>
            <a:prstGeom prst="straightConnector1">
              <a:avLst/>
            </a:prstGeom>
            <a:noFill/>
            <a:ln w="19050" cap="flat" cmpd="sng">
              <a:solidFill>
                <a:schemeClr val="dk1"/>
              </a:solidFill>
              <a:prstDash val="solid"/>
              <a:round/>
              <a:headEnd type="none" w="med" len="med"/>
              <a:tailEnd type="none" w="med" len="med"/>
            </a:ln>
          </p:spPr>
        </p:cxnSp>
        <p:cxnSp>
          <p:nvCxnSpPr>
            <p:cNvPr id="3028" name="Google Shape;3028;p80"/>
            <p:cNvCxnSpPr/>
            <p:nvPr/>
          </p:nvCxnSpPr>
          <p:spPr>
            <a:xfrm>
              <a:off x="7689216" y="2587692"/>
              <a:ext cx="932100" cy="0"/>
            </a:xfrm>
            <a:prstGeom prst="straightConnector1">
              <a:avLst/>
            </a:prstGeom>
            <a:noFill/>
            <a:ln w="19050" cap="flat" cmpd="sng">
              <a:solidFill>
                <a:schemeClr val="dk1"/>
              </a:solidFill>
              <a:prstDash val="solid"/>
              <a:round/>
              <a:headEnd type="none" w="med" len="med"/>
              <a:tailEnd type="none" w="med" len="med"/>
            </a:ln>
          </p:spPr>
        </p:cxnSp>
        <p:cxnSp>
          <p:nvCxnSpPr>
            <p:cNvPr id="3029" name="Google Shape;3029;p80"/>
            <p:cNvCxnSpPr/>
            <p:nvPr/>
          </p:nvCxnSpPr>
          <p:spPr>
            <a:xfrm>
              <a:off x="7689216" y="2815925"/>
              <a:ext cx="673500" cy="0"/>
            </a:xfrm>
            <a:prstGeom prst="straightConnector1">
              <a:avLst/>
            </a:prstGeom>
            <a:noFill/>
            <a:ln w="19050" cap="flat" cmpd="sng">
              <a:solidFill>
                <a:schemeClr val="dk1"/>
              </a:solidFill>
              <a:prstDash val="solid"/>
              <a:round/>
              <a:headEnd type="none" w="med" len="med"/>
              <a:tailEnd type="none" w="med" len="med"/>
            </a:ln>
          </p:spPr>
        </p:cxnSp>
        <p:cxnSp>
          <p:nvCxnSpPr>
            <p:cNvPr id="3030" name="Google Shape;3030;p80"/>
            <p:cNvCxnSpPr/>
            <p:nvPr/>
          </p:nvCxnSpPr>
          <p:spPr>
            <a:xfrm>
              <a:off x="8454516" y="2815925"/>
              <a:ext cx="166800" cy="0"/>
            </a:xfrm>
            <a:prstGeom prst="straightConnector1">
              <a:avLst/>
            </a:prstGeom>
            <a:noFill/>
            <a:ln w="19050" cap="flat" cmpd="sng">
              <a:solidFill>
                <a:schemeClr val="dk1"/>
              </a:solidFill>
              <a:prstDash val="solid"/>
              <a:round/>
              <a:headEnd type="none" w="med" len="med"/>
              <a:tailEnd type="none" w="med" len="med"/>
            </a:ln>
          </p:spPr>
        </p:cxnSp>
      </p:grpSp>
      <p:grpSp>
        <p:nvGrpSpPr>
          <p:cNvPr id="3031" name="Google Shape;3031;p80"/>
          <p:cNvGrpSpPr/>
          <p:nvPr/>
        </p:nvGrpSpPr>
        <p:grpSpPr>
          <a:xfrm>
            <a:off x="758135" y="3048196"/>
            <a:ext cx="1414512" cy="1518189"/>
            <a:chOff x="7133785" y="2896896"/>
            <a:chExt cx="1414512" cy="1518189"/>
          </a:xfrm>
        </p:grpSpPr>
        <p:grpSp>
          <p:nvGrpSpPr>
            <p:cNvPr id="3032" name="Google Shape;3032;p80"/>
            <p:cNvGrpSpPr/>
            <p:nvPr/>
          </p:nvGrpSpPr>
          <p:grpSpPr>
            <a:xfrm>
              <a:off x="7133785" y="2896896"/>
              <a:ext cx="1414512" cy="1518189"/>
              <a:chOff x="6879750" y="3096400"/>
              <a:chExt cx="1584000" cy="1700100"/>
            </a:xfrm>
          </p:grpSpPr>
          <p:sp>
            <p:nvSpPr>
              <p:cNvPr id="3033" name="Google Shape;3033;p80"/>
              <p:cNvSpPr/>
              <p:nvPr/>
            </p:nvSpPr>
            <p:spPr>
              <a:xfrm>
                <a:off x="6879750" y="3096400"/>
                <a:ext cx="1584000" cy="1700100"/>
              </a:xfrm>
              <a:prstGeom prst="roundRect">
                <a:avLst>
                  <a:gd name="adj" fmla="val 3791"/>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80"/>
              <p:cNvSpPr/>
              <p:nvPr/>
            </p:nvSpPr>
            <p:spPr>
              <a:xfrm>
                <a:off x="6958650" y="3335758"/>
                <a:ext cx="1426200" cy="1379700"/>
              </a:xfrm>
              <a:prstGeom prst="roundRect">
                <a:avLst>
                  <a:gd name="adj" fmla="val 3495"/>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80"/>
              <p:cNvSpPr/>
              <p:nvPr/>
            </p:nvSpPr>
            <p:spPr>
              <a:xfrm>
                <a:off x="6958650" y="3175425"/>
                <a:ext cx="81300" cy="81300"/>
              </a:xfrm>
              <a:prstGeom prst="ellipse">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80"/>
              <p:cNvSpPr/>
              <p:nvPr/>
            </p:nvSpPr>
            <p:spPr>
              <a:xfrm>
                <a:off x="7151075" y="3175425"/>
                <a:ext cx="81300" cy="81300"/>
              </a:xfrm>
              <a:prstGeom prst="ellipse">
                <a:avLst/>
              </a:prstGeom>
              <a:solidFill>
                <a:schemeClr val="accent4"/>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80"/>
              <p:cNvSpPr/>
              <p:nvPr/>
            </p:nvSpPr>
            <p:spPr>
              <a:xfrm>
                <a:off x="7343500" y="3175425"/>
                <a:ext cx="81300" cy="81300"/>
              </a:xfrm>
              <a:prstGeom prst="ellipse">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8" name="Google Shape;3038;p80"/>
            <p:cNvGrpSpPr/>
            <p:nvPr/>
          </p:nvGrpSpPr>
          <p:grpSpPr>
            <a:xfrm>
              <a:off x="7418559" y="3375217"/>
              <a:ext cx="844957" cy="743958"/>
              <a:chOff x="7332800" y="3469629"/>
              <a:chExt cx="946200" cy="833100"/>
            </a:xfrm>
          </p:grpSpPr>
          <p:sp>
            <p:nvSpPr>
              <p:cNvPr id="3039" name="Google Shape;3039;p80"/>
              <p:cNvSpPr/>
              <p:nvPr/>
            </p:nvSpPr>
            <p:spPr>
              <a:xfrm>
                <a:off x="7332800" y="3469629"/>
                <a:ext cx="946200" cy="833100"/>
              </a:xfrm>
              <a:prstGeom prst="heart">
                <a:avLst/>
              </a:prstGeom>
              <a:solidFill>
                <a:schemeClr val="accent5"/>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40" name="Google Shape;3040;p80"/>
              <p:cNvGrpSpPr/>
              <p:nvPr/>
            </p:nvGrpSpPr>
            <p:grpSpPr>
              <a:xfrm>
                <a:off x="7557424" y="3730001"/>
                <a:ext cx="499326" cy="122700"/>
                <a:chOff x="7535111" y="3674984"/>
                <a:chExt cx="499326" cy="122700"/>
              </a:xfrm>
            </p:grpSpPr>
            <p:sp>
              <p:nvSpPr>
                <p:cNvPr id="3041" name="Google Shape;3041;p80"/>
                <p:cNvSpPr/>
                <p:nvPr/>
              </p:nvSpPr>
              <p:spPr>
                <a:xfrm>
                  <a:off x="7535111" y="3674984"/>
                  <a:ext cx="122700" cy="122700"/>
                </a:xfrm>
                <a:prstGeom prst="ellipse">
                  <a:avLst/>
                </a:pr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80"/>
                <p:cNvSpPr/>
                <p:nvPr/>
              </p:nvSpPr>
              <p:spPr>
                <a:xfrm>
                  <a:off x="7911738" y="3674984"/>
                  <a:ext cx="122700" cy="122700"/>
                </a:xfrm>
                <a:prstGeom prst="ellipse">
                  <a:avLst/>
                </a:prstGeom>
                <a:solidFill>
                  <a:schemeClr val="accent6"/>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43" name="Google Shape;3043;p80"/>
              <p:cNvSpPr/>
              <p:nvPr/>
            </p:nvSpPr>
            <p:spPr>
              <a:xfrm>
                <a:off x="7590100" y="3765975"/>
                <a:ext cx="52500" cy="525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80"/>
              <p:cNvSpPr/>
              <p:nvPr/>
            </p:nvSpPr>
            <p:spPr>
              <a:xfrm>
                <a:off x="7968750" y="3765100"/>
                <a:ext cx="52500" cy="525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80"/>
              <p:cNvSpPr/>
              <p:nvPr/>
            </p:nvSpPr>
            <p:spPr>
              <a:xfrm rot="5400000">
                <a:off x="7757076" y="3807693"/>
                <a:ext cx="97200" cy="97200"/>
              </a:xfrm>
              <a:prstGeom prst="arc">
                <a:avLst>
                  <a:gd name="adj1" fmla="val 16200000"/>
                  <a:gd name="adj2" fmla="val 5345219"/>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theme/theme1.xml><?xml version="1.0" encoding="utf-8"?>
<a:theme xmlns:a="http://schemas.openxmlformats.org/drawingml/2006/main" name="Mastering the Basics of Communication by Slidesgo">
  <a:themeElements>
    <a:clrScheme name="Simple Light">
      <a:dk1>
        <a:srgbClr val="000000"/>
      </a:dk1>
      <a:lt1>
        <a:srgbClr val="C6CDD8"/>
      </a:lt1>
      <a:dk2>
        <a:srgbClr val="C0C4CE"/>
      </a:dk2>
      <a:lt2>
        <a:srgbClr val="FCE7DF"/>
      </a:lt2>
      <a:accent1>
        <a:srgbClr val="DAACCB"/>
      </a:accent1>
      <a:accent2>
        <a:srgbClr val="3BAD70"/>
      </a:accent2>
      <a:accent3>
        <a:srgbClr val="FFB855"/>
      </a:accent3>
      <a:accent4>
        <a:srgbClr val="EE882B"/>
      </a:accent4>
      <a:accent5>
        <a:srgbClr val="FF5B34"/>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1255</Words>
  <Application>Microsoft Office PowerPoint</Application>
  <PresentationFormat>On-screen Show (16:9)</PresentationFormat>
  <Paragraphs>92</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Anaheim</vt:lpstr>
      <vt:lpstr>Lato Black</vt:lpstr>
      <vt:lpstr>Arial</vt:lpstr>
      <vt:lpstr>DM Sans</vt:lpstr>
      <vt:lpstr>Mastering the Basics of Communication by Slidesgo</vt:lpstr>
      <vt:lpstr>Dell Hymes SPEAKING Analysis</vt:lpstr>
      <vt:lpstr>Introduction</vt:lpstr>
      <vt:lpstr>Introduction</vt:lpstr>
      <vt:lpstr>Dialog</vt:lpstr>
      <vt:lpstr>Dialog</vt:lpstr>
      <vt:lpstr>Dialog</vt:lpstr>
      <vt:lpstr>Dialog</vt:lpstr>
      <vt:lpstr>SPEAKING Analysis</vt:lpstr>
      <vt:lpstr>Settings &amp; Scene </vt:lpstr>
      <vt:lpstr>Participants</vt:lpstr>
      <vt:lpstr>Ends</vt:lpstr>
      <vt:lpstr>Act of Sequence</vt:lpstr>
      <vt:lpstr>Act of Sequence</vt:lpstr>
      <vt:lpstr>Act of Sequence</vt:lpstr>
      <vt:lpstr>Key</vt:lpstr>
      <vt:lpstr>Instrumentalities</vt:lpstr>
      <vt:lpstr>Norms</vt:lpstr>
      <vt:lpstr>Genre</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Extant Mushi</cp:lastModifiedBy>
  <cp:revision>2</cp:revision>
  <dcterms:modified xsi:type="dcterms:W3CDTF">2025-11-28T11:18:49Z</dcterms:modified>
</cp:coreProperties>
</file>